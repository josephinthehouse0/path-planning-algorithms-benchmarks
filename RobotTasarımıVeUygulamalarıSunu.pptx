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9" r:id="rId2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17520B-6121-3C5E-7487-2B64BF95B47C}" v="819" dt="2025-12-15T04:24:47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ema Uygulanmış Stil 1 - Vurgu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uf Coşkun" userId="S::032290073@ogr.uludag.edu.tr::697dff2e-8818-46d4-86c9-f7049e790c2a" providerId="AD" clId="Web-{8217520B-6121-3C5E-7487-2B64BF95B47C}"/>
    <pc:docChg chg="addSld delSld modSld addMainMaster delMainMaster">
      <pc:chgData name="Yusuf Coşkun" userId="S::032290073@ogr.uludag.edu.tr::697dff2e-8818-46d4-86c9-f7049e790c2a" providerId="AD" clId="Web-{8217520B-6121-3C5E-7487-2B64BF95B47C}" dt="2025-12-15T04:15:21.198" v="164"/>
      <pc:docMkLst>
        <pc:docMk/>
      </pc:docMkLst>
      <pc:sldChg chg="addSp delSp modSp mod setBg modClrScheme setClrOvrMap chgLayout">
        <pc:chgData name="Yusuf Coşkun" userId="S::032290073@ogr.uludag.edu.tr::697dff2e-8818-46d4-86c9-f7049e790c2a" providerId="AD" clId="Web-{8217520B-6121-3C5E-7487-2B64BF95B47C}" dt="2025-12-15T02:06:50.703" v="5"/>
        <pc:sldMkLst>
          <pc:docMk/>
          <pc:sldMk cId="1674425800" sldId="256"/>
        </pc:sldMkLst>
        <pc:spChg chg="mod">
          <ac:chgData name="Yusuf Coşkun" userId="S::032290073@ogr.uludag.edu.tr::697dff2e-8818-46d4-86c9-f7049e790c2a" providerId="AD" clId="Web-{8217520B-6121-3C5E-7487-2B64BF95B47C}" dt="2025-12-15T02:06:50.703" v="5"/>
          <ac:spMkLst>
            <pc:docMk/>
            <pc:sldMk cId="1674425800" sldId="256"/>
            <ac:spMk id="2" creationId="{00000000-0000-0000-0000-000000000000}"/>
          </ac:spMkLst>
        </pc:spChg>
        <pc:spChg chg="mod">
          <ac:chgData name="Yusuf Coşkun" userId="S::032290073@ogr.uludag.edu.tr::697dff2e-8818-46d4-86c9-f7049e790c2a" providerId="AD" clId="Web-{8217520B-6121-3C5E-7487-2B64BF95B47C}" dt="2025-12-15T02:06:50.703" v="5"/>
          <ac:spMkLst>
            <pc:docMk/>
            <pc:sldMk cId="1674425800" sldId="256"/>
            <ac:spMk id="3" creationId="{00000000-0000-0000-0000-000000000000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2:06:50.703" v="5"/>
          <ac:spMkLst>
            <pc:docMk/>
            <pc:sldMk cId="1674425800" sldId="256"/>
            <ac:spMk id="8" creationId="{DEF92653-5D6D-47E6-8744-0DAF76E049C4}"/>
          </ac:spMkLst>
        </pc:spChg>
        <pc:spChg chg="add">
          <ac:chgData name="Yusuf Coşkun" userId="S::032290073@ogr.uludag.edu.tr::697dff2e-8818-46d4-86c9-f7049e790c2a" providerId="AD" clId="Web-{8217520B-6121-3C5E-7487-2B64BF95B47C}" dt="2025-12-15T02:06:50.703" v="5"/>
          <ac:spMkLst>
            <pc:docMk/>
            <pc:sldMk cId="1674425800" sldId="256"/>
            <ac:spMk id="12" creationId="{19F9BF86-FE94-4517-B97D-026C7515E589}"/>
          </ac:spMkLst>
        </pc:spChg>
        <pc:spChg chg="add">
          <ac:chgData name="Yusuf Coşkun" userId="S::032290073@ogr.uludag.edu.tr::697dff2e-8818-46d4-86c9-f7049e790c2a" providerId="AD" clId="Web-{8217520B-6121-3C5E-7487-2B64BF95B47C}" dt="2025-12-15T02:06:50.703" v="5"/>
          <ac:spMkLst>
            <pc:docMk/>
            <pc:sldMk cId="1674425800" sldId="256"/>
            <ac:spMk id="14" creationId="{122AB34F-E75C-451A-8410-05B6C249E9D3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2:06:50.625" v="4"/>
          <ac:spMkLst>
            <pc:docMk/>
            <pc:sldMk cId="1674425800" sldId="256"/>
            <ac:spMk id="15" creationId="{BBE8E1BA-1863-0F95-E1A3-14697014C39B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2:06:50.625" v="4"/>
          <ac:spMkLst>
            <pc:docMk/>
            <pc:sldMk cId="1674425800" sldId="256"/>
            <ac:spMk id="17" creationId="{A9CCD9CD-49AE-3D3E-923B-81ECD3FBF75F}"/>
          </ac:spMkLst>
        </pc:spChg>
        <pc:picChg chg="add del">
          <ac:chgData name="Yusuf Coşkun" userId="S::032290073@ogr.uludag.edu.tr::697dff2e-8818-46d4-86c9-f7049e790c2a" providerId="AD" clId="Web-{8217520B-6121-3C5E-7487-2B64BF95B47C}" dt="2025-12-15T02:06:50.625" v="4"/>
          <ac:picMkLst>
            <pc:docMk/>
            <pc:sldMk cId="1674425800" sldId="256"/>
            <ac:picMk id="4" creationId="{D87A53ED-6880-7A6B-77C1-C0B444E48207}"/>
          </ac:picMkLst>
        </pc:picChg>
        <pc:picChg chg="add">
          <ac:chgData name="Yusuf Coşkun" userId="S::032290073@ogr.uludag.edu.tr::697dff2e-8818-46d4-86c9-f7049e790c2a" providerId="AD" clId="Web-{8217520B-6121-3C5E-7487-2B64BF95B47C}" dt="2025-12-15T02:06:50.703" v="5"/>
          <ac:picMkLst>
            <pc:docMk/>
            <pc:sldMk cId="1674425800" sldId="256"/>
            <ac:picMk id="13" creationId="{CB588901-534A-E99E-C616-B39979707FF0}"/>
          </ac:picMkLst>
        </pc:picChg>
        <pc:cxnChg chg="add del">
          <ac:chgData name="Yusuf Coşkun" userId="S::032290073@ogr.uludag.edu.tr::697dff2e-8818-46d4-86c9-f7049e790c2a" providerId="AD" clId="Web-{8217520B-6121-3C5E-7487-2B64BF95B47C}" dt="2025-12-15T02:06:50.703" v="5"/>
          <ac:cxnSpMkLst>
            <pc:docMk/>
            <pc:sldMk cId="1674425800" sldId="256"/>
            <ac:cxnSpMk id="10" creationId="{9CA98CE3-81A7-4FFE-A047-9AA65998D877}"/>
          </ac:cxnSpMkLst>
        </pc:cxnChg>
        <pc:cxnChg chg="add">
          <ac:chgData name="Yusuf Coşkun" userId="S::032290073@ogr.uludag.edu.tr::697dff2e-8818-46d4-86c9-f7049e790c2a" providerId="AD" clId="Web-{8217520B-6121-3C5E-7487-2B64BF95B47C}" dt="2025-12-15T02:06:50.703" v="5"/>
          <ac:cxnSpMkLst>
            <pc:docMk/>
            <pc:sldMk cId="1674425800" sldId="256"/>
            <ac:cxnSpMk id="19" creationId="{97CC2FE6-3AD0-4131-B4BC-1F4D65E25E13}"/>
          </ac:cxnSpMkLst>
        </pc:cxnChg>
      </pc:sldChg>
      <pc:sldChg chg="addSp delSp modSp new mod setBg">
        <pc:chgData name="Yusuf Coşkun" userId="S::032290073@ogr.uludag.edu.tr::697dff2e-8818-46d4-86c9-f7049e790c2a" providerId="AD" clId="Web-{8217520B-6121-3C5E-7487-2B64BF95B47C}" dt="2025-12-15T02:13:29.799" v="9"/>
        <pc:sldMkLst>
          <pc:docMk/>
          <pc:sldMk cId="2660231756" sldId="257"/>
        </pc:sldMkLst>
        <pc:spChg chg="mod">
          <ac:chgData name="Yusuf Coşkun" userId="S::032290073@ogr.uludag.edu.tr::697dff2e-8818-46d4-86c9-f7049e790c2a" providerId="AD" clId="Web-{8217520B-6121-3C5E-7487-2B64BF95B47C}" dt="2025-12-15T02:13:29.799" v="9"/>
          <ac:spMkLst>
            <pc:docMk/>
            <pc:sldMk cId="2660231756" sldId="257"/>
            <ac:spMk id="2" creationId="{4542487F-BA54-25D8-314A-94232D53B022}"/>
          </ac:spMkLst>
        </pc:spChg>
        <pc:spChg chg="del mod">
          <ac:chgData name="Yusuf Coşkun" userId="S::032290073@ogr.uludag.edu.tr::697dff2e-8818-46d4-86c9-f7049e790c2a" providerId="AD" clId="Web-{8217520B-6121-3C5E-7487-2B64BF95B47C}" dt="2025-12-15T02:13:29.799" v="9"/>
          <ac:spMkLst>
            <pc:docMk/>
            <pc:sldMk cId="2660231756" sldId="257"/>
            <ac:spMk id="3" creationId="{CCE3C7F6-5A9A-B34F-140E-A875F3494BF7}"/>
          </ac:spMkLst>
        </pc:spChg>
        <pc:spChg chg="add">
          <ac:chgData name="Yusuf Coşkun" userId="S::032290073@ogr.uludag.edu.tr::697dff2e-8818-46d4-86c9-f7049e790c2a" providerId="AD" clId="Web-{8217520B-6121-3C5E-7487-2B64BF95B47C}" dt="2025-12-15T02:13:29.799" v="9"/>
          <ac:spMkLst>
            <pc:docMk/>
            <pc:sldMk cId="2660231756" sldId="257"/>
            <ac:spMk id="6" creationId="{DBDA151C-5770-45E4-AAFF-59E7F403866D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2:13:29.736" v="8"/>
          <ac:spMkLst>
            <pc:docMk/>
            <pc:sldMk cId="2660231756" sldId="257"/>
            <ac:spMk id="9" creationId="{744CAA32-F237-419C-A2DD-43C28D920D3C}"/>
          </ac:spMkLst>
        </pc:spChg>
        <pc:graphicFrameChg chg="add">
          <ac:chgData name="Yusuf Coşkun" userId="S::032290073@ogr.uludag.edu.tr::697dff2e-8818-46d4-86c9-f7049e790c2a" providerId="AD" clId="Web-{8217520B-6121-3C5E-7487-2B64BF95B47C}" dt="2025-12-15T02:13:29.799" v="9"/>
          <ac:graphicFrameMkLst>
            <pc:docMk/>
            <pc:sldMk cId="2660231756" sldId="257"/>
            <ac:graphicFrameMk id="8" creationId="{DD5583D0-50D6-19F9-B0DB-C85A7967225A}"/>
          </ac:graphicFrameMkLst>
        </pc:graphicFrameChg>
        <pc:picChg chg="add del">
          <ac:chgData name="Yusuf Coşkun" userId="S::032290073@ogr.uludag.edu.tr::697dff2e-8818-46d4-86c9-f7049e790c2a" providerId="AD" clId="Web-{8217520B-6121-3C5E-7487-2B64BF95B47C}" dt="2025-12-15T02:13:29.736" v="8"/>
          <ac:picMkLst>
            <pc:docMk/>
            <pc:sldMk cId="2660231756" sldId="257"/>
            <ac:picMk id="5" creationId="{9C1EB33D-203B-61FB-0C57-256BDEA044B0}"/>
          </ac:picMkLst>
        </pc:picChg>
        <pc:cxnChg chg="add">
          <ac:chgData name="Yusuf Coşkun" userId="S::032290073@ogr.uludag.edu.tr::697dff2e-8818-46d4-86c9-f7049e790c2a" providerId="AD" clId="Web-{8217520B-6121-3C5E-7487-2B64BF95B47C}" dt="2025-12-15T02:13:29.799" v="9"/>
          <ac:cxnSpMkLst>
            <pc:docMk/>
            <pc:sldMk cId="2660231756" sldId="257"/>
            <ac:cxnSpMk id="7" creationId="{E62D3963-2153-4637-96E6-E31BD2CE5D0D}"/>
          </ac:cxnSpMkLst>
        </pc:cxnChg>
        <pc:cxnChg chg="add del">
          <ac:chgData name="Yusuf Coşkun" userId="S::032290073@ogr.uludag.edu.tr::697dff2e-8818-46d4-86c9-f7049e790c2a" providerId="AD" clId="Web-{8217520B-6121-3C5E-7487-2B64BF95B47C}" dt="2025-12-15T02:13:29.736" v="8"/>
          <ac:cxnSpMkLst>
            <pc:docMk/>
            <pc:sldMk cId="2660231756" sldId="257"/>
            <ac:cxnSpMk id="11" creationId="{691422F5-4221-4812-AFD9-5479C6D60AD9}"/>
          </ac:cxnSpMkLst>
        </pc:cxnChg>
      </pc:sldChg>
      <pc:sldChg chg="addSp delSp modSp new mod setBg">
        <pc:chgData name="Yusuf Coşkun" userId="S::032290073@ogr.uludag.edu.tr::697dff2e-8818-46d4-86c9-f7049e790c2a" providerId="AD" clId="Web-{8217520B-6121-3C5E-7487-2B64BF95B47C}" dt="2025-12-15T02:20:25.794" v="12"/>
        <pc:sldMkLst>
          <pc:docMk/>
          <pc:sldMk cId="3353946901" sldId="258"/>
        </pc:sldMkLst>
        <pc:spChg chg="mod">
          <ac:chgData name="Yusuf Coşkun" userId="S::032290073@ogr.uludag.edu.tr::697dff2e-8818-46d4-86c9-f7049e790c2a" providerId="AD" clId="Web-{8217520B-6121-3C5E-7487-2B64BF95B47C}" dt="2025-12-15T02:20:25.794" v="12"/>
          <ac:spMkLst>
            <pc:docMk/>
            <pc:sldMk cId="3353946901" sldId="258"/>
            <ac:spMk id="2" creationId="{5BA6F10A-7F0A-4410-324B-AD011D457C25}"/>
          </ac:spMkLst>
        </pc:spChg>
        <pc:spChg chg="del">
          <ac:chgData name="Yusuf Coşkun" userId="S::032290073@ogr.uludag.edu.tr::697dff2e-8818-46d4-86c9-f7049e790c2a" providerId="AD" clId="Web-{8217520B-6121-3C5E-7487-2B64BF95B47C}" dt="2025-12-15T02:20:25.794" v="12"/>
          <ac:spMkLst>
            <pc:docMk/>
            <pc:sldMk cId="3353946901" sldId="258"/>
            <ac:spMk id="3" creationId="{F7504C6F-F106-315E-8985-E6344ED24781}"/>
          </ac:spMkLst>
        </pc:spChg>
        <pc:spChg chg="add">
          <ac:chgData name="Yusuf Coşkun" userId="S::032290073@ogr.uludag.edu.tr::697dff2e-8818-46d4-86c9-f7049e790c2a" providerId="AD" clId="Web-{8217520B-6121-3C5E-7487-2B64BF95B47C}" dt="2025-12-15T02:20:25.794" v="12"/>
          <ac:spMkLst>
            <pc:docMk/>
            <pc:sldMk cId="3353946901" sldId="258"/>
            <ac:spMk id="9" creationId="{DBDA151C-5770-45E4-AAFF-59E7F403866D}"/>
          </ac:spMkLst>
        </pc:spChg>
        <pc:graphicFrameChg chg="add">
          <ac:chgData name="Yusuf Coşkun" userId="S::032290073@ogr.uludag.edu.tr::697dff2e-8818-46d4-86c9-f7049e790c2a" providerId="AD" clId="Web-{8217520B-6121-3C5E-7487-2B64BF95B47C}" dt="2025-12-15T02:20:25.794" v="12"/>
          <ac:graphicFrameMkLst>
            <pc:docMk/>
            <pc:sldMk cId="3353946901" sldId="258"/>
            <ac:graphicFrameMk id="5" creationId="{F9ECD7C1-F45B-487F-204E-786EE9B7971E}"/>
          </ac:graphicFrameMkLst>
        </pc:graphicFrameChg>
        <pc:cxnChg chg="add">
          <ac:chgData name="Yusuf Coşkun" userId="S::032290073@ogr.uludag.edu.tr::697dff2e-8818-46d4-86c9-f7049e790c2a" providerId="AD" clId="Web-{8217520B-6121-3C5E-7487-2B64BF95B47C}" dt="2025-12-15T02:20:25.794" v="12"/>
          <ac:cxnSpMkLst>
            <pc:docMk/>
            <pc:sldMk cId="3353946901" sldId="258"/>
            <ac:cxnSpMk id="11" creationId="{E62D3963-2153-4637-96E6-E31BD2CE5D0D}"/>
          </ac:cxnSpMkLst>
        </pc:cxnChg>
      </pc:sldChg>
      <pc:sldChg chg="addSp delSp modSp new mod setBg">
        <pc:chgData name="Yusuf Coşkun" userId="S::032290073@ogr.uludag.edu.tr::697dff2e-8818-46d4-86c9-f7049e790c2a" providerId="AD" clId="Web-{8217520B-6121-3C5E-7487-2B64BF95B47C}" dt="2025-12-15T02:21:13.065" v="17"/>
        <pc:sldMkLst>
          <pc:docMk/>
          <pc:sldMk cId="3146982269" sldId="259"/>
        </pc:sldMkLst>
        <pc:spChg chg="mod">
          <ac:chgData name="Yusuf Coşkun" userId="S::032290073@ogr.uludag.edu.tr::697dff2e-8818-46d4-86c9-f7049e790c2a" providerId="AD" clId="Web-{8217520B-6121-3C5E-7487-2B64BF95B47C}" dt="2025-12-15T02:21:13.065" v="17"/>
          <ac:spMkLst>
            <pc:docMk/>
            <pc:sldMk cId="3146982269" sldId="259"/>
            <ac:spMk id="2" creationId="{3A583BD7-9BA8-67D6-F3EB-31EBD38D4F93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2:21:13.065" v="17"/>
          <ac:spMkLst>
            <pc:docMk/>
            <pc:sldMk cId="3146982269" sldId="259"/>
            <ac:spMk id="3" creationId="{BB65DB8F-AD8E-F6DD-BC98-D53A8E364EC8}"/>
          </ac:spMkLst>
        </pc:spChg>
        <pc:spChg chg="add">
          <ac:chgData name="Yusuf Coşkun" userId="S::032290073@ogr.uludag.edu.tr::697dff2e-8818-46d4-86c9-f7049e790c2a" providerId="AD" clId="Web-{8217520B-6121-3C5E-7487-2B64BF95B47C}" dt="2025-12-15T02:21:13.065" v="17"/>
          <ac:spMkLst>
            <pc:docMk/>
            <pc:sldMk cId="3146982269" sldId="259"/>
            <ac:spMk id="6" creationId="{DBDA151C-5770-45E4-AAFF-59E7F403866D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2:21:10.065" v="16"/>
          <ac:spMkLst>
            <pc:docMk/>
            <pc:sldMk cId="3146982269" sldId="259"/>
            <ac:spMk id="9" creationId="{DBDA151C-5770-45E4-AAFF-59E7F403866D}"/>
          </ac:spMkLst>
        </pc:spChg>
        <pc:graphicFrameChg chg="add del mod">
          <ac:chgData name="Yusuf Coşkun" userId="S::032290073@ogr.uludag.edu.tr::697dff2e-8818-46d4-86c9-f7049e790c2a" providerId="AD" clId="Web-{8217520B-6121-3C5E-7487-2B64BF95B47C}" dt="2025-12-15T02:21:10.065" v="16"/>
          <ac:graphicFrameMkLst>
            <pc:docMk/>
            <pc:sldMk cId="3146982269" sldId="259"/>
            <ac:graphicFrameMk id="5" creationId="{18B920A1-BA13-E670-1D42-847E13139832}"/>
          </ac:graphicFrameMkLst>
        </pc:graphicFrameChg>
        <pc:graphicFrameChg chg="add">
          <ac:chgData name="Yusuf Coşkun" userId="S::032290073@ogr.uludag.edu.tr::697dff2e-8818-46d4-86c9-f7049e790c2a" providerId="AD" clId="Web-{8217520B-6121-3C5E-7487-2B64BF95B47C}" dt="2025-12-15T02:21:13.065" v="17"/>
          <ac:graphicFrameMkLst>
            <pc:docMk/>
            <pc:sldMk cId="3146982269" sldId="259"/>
            <ac:graphicFrameMk id="8" creationId="{D6D7E2E1-BF6B-9ACD-4552-F4047CDF1266}"/>
          </ac:graphicFrameMkLst>
        </pc:graphicFrameChg>
        <pc:cxnChg chg="add">
          <ac:chgData name="Yusuf Coşkun" userId="S::032290073@ogr.uludag.edu.tr::697dff2e-8818-46d4-86c9-f7049e790c2a" providerId="AD" clId="Web-{8217520B-6121-3C5E-7487-2B64BF95B47C}" dt="2025-12-15T02:21:13.065" v="17"/>
          <ac:cxnSpMkLst>
            <pc:docMk/>
            <pc:sldMk cId="3146982269" sldId="259"/>
            <ac:cxnSpMk id="7" creationId="{E62D3963-2153-4637-96E6-E31BD2CE5D0D}"/>
          </ac:cxnSpMkLst>
        </pc:cxnChg>
        <pc:cxnChg chg="add del">
          <ac:chgData name="Yusuf Coşkun" userId="S::032290073@ogr.uludag.edu.tr::697dff2e-8818-46d4-86c9-f7049e790c2a" providerId="AD" clId="Web-{8217520B-6121-3C5E-7487-2B64BF95B47C}" dt="2025-12-15T02:21:10.065" v="16"/>
          <ac:cxnSpMkLst>
            <pc:docMk/>
            <pc:sldMk cId="3146982269" sldId="259"/>
            <ac:cxnSpMk id="11" creationId="{E62D3963-2153-4637-96E6-E31BD2CE5D0D}"/>
          </ac:cxnSpMkLst>
        </pc:cxnChg>
      </pc:sldChg>
      <pc:sldChg chg="modSp new">
        <pc:chgData name="Yusuf Coşkun" userId="S::032290073@ogr.uludag.edu.tr::697dff2e-8818-46d4-86c9-f7049e790c2a" providerId="AD" clId="Web-{8217520B-6121-3C5E-7487-2B64BF95B47C}" dt="2025-12-15T02:29:48.171" v="19" actId="14100"/>
        <pc:sldMkLst>
          <pc:docMk/>
          <pc:sldMk cId="4154061326" sldId="260"/>
        </pc:sldMkLst>
        <pc:spChg chg="mod">
          <ac:chgData name="Yusuf Coşkun" userId="S::032290073@ogr.uludag.edu.tr::697dff2e-8818-46d4-86c9-f7049e790c2a" providerId="AD" clId="Web-{8217520B-6121-3C5E-7487-2B64BF95B47C}" dt="2025-12-15T02:29:48.171" v="19" actId="14100"/>
          <ac:spMkLst>
            <pc:docMk/>
            <pc:sldMk cId="4154061326" sldId="260"/>
            <ac:spMk id="3" creationId="{1076F60C-5623-0725-EA19-78994C30DC47}"/>
          </ac:spMkLst>
        </pc:spChg>
      </pc:sldChg>
      <pc:sldChg chg="new">
        <pc:chgData name="Yusuf Coşkun" userId="S::032290073@ogr.uludag.edu.tr::697dff2e-8818-46d4-86c9-f7049e790c2a" providerId="AD" clId="Web-{8217520B-6121-3C5E-7487-2B64BF95B47C}" dt="2025-12-15T03:01:55.494" v="22"/>
        <pc:sldMkLst>
          <pc:docMk/>
          <pc:sldMk cId="574105523" sldId="261"/>
        </pc:sldMkLst>
      </pc:sldChg>
      <pc:sldChg chg="new del">
        <pc:chgData name="Yusuf Coşkun" userId="S::032290073@ogr.uludag.edu.tr::697dff2e-8818-46d4-86c9-f7049e790c2a" providerId="AD" clId="Web-{8217520B-6121-3C5E-7487-2B64BF95B47C}" dt="2025-12-15T03:01:53.979" v="21"/>
        <pc:sldMkLst>
          <pc:docMk/>
          <pc:sldMk cId="1297792057" sldId="261"/>
        </pc:sldMkLst>
      </pc:sldChg>
      <pc:sldChg chg="delSp modSp new">
        <pc:chgData name="Yusuf Coşkun" userId="S::032290073@ogr.uludag.edu.tr::697dff2e-8818-46d4-86c9-f7049e790c2a" providerId="AD" clId="Web-{8217520B-6121-3C5E-7487-2B64BF95B47C}" dt="2025-12-15T03:09:13.630" v="26" actId="14100"/>
        <pc:sldMkLst>
          <pc:docMk/>
          <pc:sldMk cId="3690051064" sldId="262"/>
        </pc:sldMkLst>
        <pc:spChg chg="del">
          <ac:chgData name="Yusuf Coşkun" userId="S::032290073@ogr.uludag.edu.tr::697dff2e-8818-46d4-86c9-f7049e790c2a" providerId="AD" clId="Web-{8217520B-6121-3C5E-7487-2B64BF95B47C}" dt="2025-12-15T03:07:26.621" v="24"/>
          <ac:spMkLst>
            <pc:docMk/>
            <pc:sldMk cId="3690051064" sldId="262"/>
            <ac:spMk id="2" creationId="{C0181621-509C-EA93-3428-F11BE45139F6}"/>
          </ac:spMkLst>
        </pc:spChg>
        <pc:spChg chg="mod">
          <ac:chgData name="Yusuf Coşkun" userId="S::032290073@ogr.uludag.edu.tr::697dff2e-8818-46d4-86c9-f7049e790c2a" providerId="AD" clId="Web-{8217520B-6121-3C5E-7487-2B64BF95B47C}" dt="2025-12-15T03:09:13.630" v="26" actId="14100"/>
          <ac:spMkLst>
            <pc:docMk/>
            <pc:sldMk cId="3690051064" sldId="262"/>
            <ac:spMk id="3" creationId="{04FABABC-972B-70A9-1901-9257955B52B9}"/>
          </ac:spMkLst>
        </pc:spChg>
      </pc:sldChg>
      <pc:sldChg chg="addSp new del">
        <pc:chgData name="Yusuf Coşkun" userId="S::032290073@ogr.uludag.edu.tr::697dff2e-8818-46d4-86c9-f7049e790c2a" providerId="AD" clId="Web-{8217520B-6121-3C5E-7487-2B64BF95B47C}" dt="2025-12-15T03:16:24.459" v="31"/>
        <pc:sldMkLst>
          <pc:docMk/>
          <pc:sldMk cId="401058483" sldId="263"/>
        </pc:sldMkLst>
        <pc:spChg chg="add">
          <ac:chgData name="Yusuf Coşkun" userId="S::032290073@ogr.uludag.edu.tr::697dff2e-8818-46d4-86c9-f7049e790c2a" providerId="AD" clId="Web-{8217520B-6121-3C5E-7487-2B64BF95B47C}" dt="2025-12-15T03:13:38.166" v="30"/>
          <ac:spMkLst>
            <pc:docMk/>
            <pc:sldMk cId="401058483" sldId="263"/>
            <ac:spMk id="4" creationId="{9C01AE34-EC91-FF41-BDCF-9128C727278A}"/>
          </ac:spMkLst>
        </pc:spChg>
      </pc:sldChg>
      <pc:sldChg chg="new del">
        <pc:chgData name="Yusuf Coşkun" userId="S::032290073@ogr.uludag.edu.tr::697dff2e-8818-46d4-86c9-f7049e790c2a" providerId="AD" clId="Web-{8217520B-6121-3C5E-7487-2B64BF95B47C}" dt="2025-12-15T03:10:44.257" v="28"/>
        <pc:sldMkLst>
          <pc:docMk/>
          <pc:sldMk cId="1477666175" sldId="263"/>
        </pc:sldMkLst>
      </pc:sldChg>
      <pc:sldChg chg="new del">
        <pc:chgData name="Yusuf Coşkun" userId="S::032290073@ogr.uludag.edu.tr::697dff2e-8818-46d4-86c9-f7049e790c2a" providerId="AD" clId="Web-{8217520B-6121-3C5E-7487-2B64BF95B47C}" dt="2025-12-15T03:16:39.851" v="34"/>
        <pc:sldMkLst>
          <pc:docMk/>
          <pc:sldMk cId="4273929245" sldId="263"/>
        </pc:sldMkLst>
      </pc:sldChg>
      <pc:sldChg chg="modSp add replId">
        <pc:chgData name="Yusuf Coşkun" userId="S::032290073@ogr.uludag.edu.tr::697dff2e-8818-46d4-86c9-f7049e790c2a" providerId="AD" clId="Web-{8217520B-6121-3C5E-7487-2B64BF95B47C}" dt="2025-12-15T03:24:17.686" v="49" actId="14100"/>
        <pc:sldMkLst>
          <pc:docMk/>
          <pc:sldMk cId="3965038811" sldId="264"/>
        </pc:sldMkLst>
        <pc:spChg chg="mod">
          <ac:chgData name="Yusuf Coşkun" userId="S::032290073@ogr.uludag.edu.tr::697dff2e-8818-46d4-86c9-f7049e790c2a" providerId="AD" clId="Web-{8217520B-6121-3C5E-7487-2B64BF95B47C}" dt="2025-12-15T03:24:17.686" v="49" actId="14100"/>
          <ac:spMkLst>
            <pc:docMk/>
            <pc:sldMk cId="3965038811" sldId="264"/>
            <ac:spMk id="3" creationId="{71BC15E6-961D-7359-FC11-644183BBBBFB}"/>
          </ac:spMkLst>
        </pc:spChg>
      </pc:sldChg>
      <pc:sldChg chg="addSp delSp modSp add replId">
        <pc:chgData name="Yusuf Coşkun" userId="S::032290073@ogr.uludag.edu.tr::697dff2e-8818-46d4-86c9-f7049e790c2a" providerId="AD" clId="Web-{8217520B-6121-3C5E-7487-2B64BF95B47C}" dt="2025-12-15T03:19:31.783" v="41"/>
        <pc:sldMkLst>
          <pc:docMk/>
          <pc:sldMk cId="365339407" sldId="265"/>
        </pc:sldMkLst>
        <pc:spChg chg="add del mod">
          <ac:chgData name="Yusuf Coşkun" userId="S::032290073@ogr.uludag.edu.tr::697dff2e-8818-46d4-86c9-f7049e790c2a" providerId="AD" clId="Web-{8217520B-6121-3C5E-7487-2B64BF95B47C}" dt="2025-12-15T03:19:31.783" v="41"/>
          <ac:spMkLst>
            <pc:docMk/>
            <pc:sldMk cId="365339407" sldId="265"/>
            <ac:spMk id="2" creationId="{E61B5534-1A0B-B2DF-EA29-F9753E4339E5}"/>
          </ac:spMkLst>
        </pc:spChg>
      </pc:sldChg>
      <pc:sldChg chg="addSp modSp add replId">
        <pc:chgData name="Yusuf Coşkun" userId="S::032290073@ogr.uludag.edu.tr::697dff2e-8818-46d4-86c9-f7049e790c2a" providerId="AD" clId="Web-{8217520B-6121-3C5E-7487-2B64BF95B47C}" dt="2025-12-15T03:22:41.402" v="46"/>
        <pc:sldMkLst>
          <pc:docMk/>
          <pc:sldMk cId="2509759485" sldId="266"/>
        </pc:sldMkLst>
        <pc:spChg chg="add">
          <ac:chgData name="Yusuf Coşkun" userId="S::032290073@ogr.uludag.edu.tr::697dff2e-8818-46d4-86c9-f7049e790c2a" providerId="AD" clId="Web-{8217520B-6121-3C5E-7487-2B64BF95B47C}" dt="2025-12-15T03:22:41.402" v="46"/>
          <ac:spMkLst>
            <pc:docMk/>
            <pc:sldMk cId="2509759485" sldId="266"/>
            <ac:spMk id="2" creationId="{9ABBC434-C424-837F-20F7-7AC0F58742A9}"/>
          </ac:spMkLst>
        </pc:spChg>
        <pc:spChg chg="mod">
          <ac:chgData name="Yusuf Coşkun" userId="S::032290073@ogr.uludag.edu.tr::697dff2e-8818-46d4-86c9-f7049e790c2a" providerId="AD" clId="Web-{8217520B-6121-3C5E-7487-2B64BF95B47C}" dt="2025-12-15T03:22:26.276" v="45" actId="14100"/>
          <ac:spMkLst>
            <pc:docMk/>
            <pc:sldMk cId="2509759485" sldId="266"/>
            <ac:spMk id="3" creationId="{3D33030F-3AE1-4DFD-6C3A-AD1CF1EAD4D7}"/>
          </ac:spMkLst>
        </pc:spChg>
      </pc:sldChg>
      <pc:sldChg chg="new del">
        <pc:chgData name="Yusuf Coşkun" userId="S::032290073@ogr.uludag.edu.tr::697dff2e-8818-46d4-86c9-f7049e790c2a" providerId="AD" clId="Web-{8217520B-6121-3C5E-7487-2B64BF95B47C}" dt="2025-12-15T03:19:27.768" v="37"/>
        <pc:sldMkLst>
          <pc:docMk/>
          <pc:sldMk cId="2967179049" sldId="266"/>
        </pc:sldMkLst>
      </pc:sldChg>
      <pc:sldChg chg="addSp delSp modSp add replId">
        <pc:chgData name="Yusuf Coşkun" userId="S::032290073@ogr.uludag.edu.tr::697dff2e-8818-46d4-86c9-f7049e790c2a" providerId="AD" clId="Web-{8217520B-6121-3C5E-7487-2B64BF95B47C}" dt="2025-12-15T03:25:57.689" v="53"/>
        <pc:sldMkLst>
          <pc:docMk/>
          <pc:sldMk cId="3552362335" sldId="267"/>
        </pc:sldMkLst>
        <pc:spChg chg="add del mod">
          <ac:chgData name="Yusuf Coşkun" userId="S::032290073@ogr.uludag.edu.tr::697dff2e-8818-46d4-86c9-f7049e790c2a" providerId="AD" clId="Web-{8217520B-6121-3C5E-7487-2B64BF95B47C}" dt="2025-12-15T03:25:57.689" v="53"/>
          <ac:spMkLst>
            <pc:docMk/>
            <pc:sldMk cId="3552362335" sldId="267"/>
            <ac:spMk id="4" creationId="{34060B78-20CB-7C05-BD21-483866AF6E64}"/>
          </ac:spMkLst>
        </pc:spChg>
      </pc:sldChg>
      <pc:sldChg chg="add replId">
        <pc:chgData name="Yusuf Coşkun" userId="S::032290073@ogr.uludag.edu.tr::697dff2e-8818-46d4-86c9-f7049e790c2a" providerId="AD" clId="Web-{8217520B-6121-3C5E-7487-2B64BF95B47C}" dt="2025-12-15T03:26:08.205" v="54"/>
        <pc:sldMkLst>
          <pc:docMk/>
          <pc:sldMk cId="1451748522" sldId="268"/>
        </pc:sldMkLst>
      </pc:sldChg>
      <pc:sldChg chg="add del replId">
        <pc:chgData name="Yusuf Coşkun" userId="S::032290073@ogr.uludag.edu.tr::697dff2e-8818-46d4-86c9-f7049e790c2a" providerId="AD" clId="Web-{8217520B-6121-3C5E-7487-2B64BF95B47C}" dt="2025-12-15T03:27:38.176" v="57"/>
        <pc:sldMkLst>
          <pc:docMk/>
          <pc:sldMk cId="1142551706" sldId="269"/>
        </pc:sldMkLst>
      </pc:sldChg>
      <pc:sldChg chg="add replId">
        <pc:chgData name="Yusuf Coşkun" userId="S::032290073@ogr.uludag.edu.tr::697dff2e-8818-46d4-86c9-f7049e790c2a" providerId="AD" clId="Web-{8217520B-6121-3C5E-7487-2B64BF95B47C}" dt="2025-12-15T03:27:34.301" v="56"/>
        <pc:sldMkLst>
          <pc:docMk/>
          <pc:sldMk cId="195317541" sldId="270"/>
        </pc:sldMkLst>
      </pc:sldChg>
      <pc:sldChg chg="add replId">
        <pc:chgData name="Yusuf Coşkun" userId="S::032290073@ogr.uludag.edu.tr::697dff2e-8818-46d4-86c9-f7049e790c2a" providerId="AD" clId="Web-{8217520B-6121-3C5E-7487-2B64BF95B47C}" dt="2025-12-15T03:29:06.490" v="58"/>
        <pc:sldMkLst>
          <pc:docMk/>
          <pc:sldMk cId="2068837809" sldId="271"/>
        </pc:sldMkLst>
      </pc:sldChg>
      <pc:sldChg chg="add replId">
        <pc:chgData name="Yusuf Coşkun" userId="S::032290073@ogr.uludag.edu.tr::697dff2e-8818-46d4-86c9-f7049e790c2a" providerId="AD" clId="Web-{8217520B-6121-3C5E-7487-2B64BF95B47C}" dt="2025-12-15T03:42:23.894" v="59"/>
        <pc:sldMkLst>
          <pc:docMk/>
          <pc:sldMk cId="1110745912" sldId="272"/>
        </pc:sldMkLst>
      </pc:sldChg>
      <pc:sldChg chg="add replId">
        <pc:chgData name="Yusuf Coşkun" userId="S::032290073@ogr.uludag.edu.tr::697dff2e-8818-46d4-86c9-f7049e790c2a" providerId="AD" clId="Web-{8217520B-6121-3C5E-7487-2B64BF95B47C}" dt="2025-12-15T03:43:26.583" v="62"/>
        <pc:sldMkLst>
          <pc:docMk/>
          <pc:sldMk cId="809812884" sldId="273"/>
        </pc:sldMkLst>
      </pc:sldChg>
      <pc:sldChg chg="add del replId">
        <pc:chgData name="Yusuf Coşkun" userId="S::032290073@ogr.uludag.edu.tr::697dff2e-8818-46d4-86c9-f7049e790c2a" providerId="AD" clId="Web-{8217520B-6121-3C5E-7487-2B64BF95B47C}" dt="2025-12-15T03:42:32.784" v="61"/>
        <pc:sldMkLst>
          <pc:docMk/>
          <pc:sldMk cId="2248316478" sldId="273"/>
        </pc:sldMkLst>
      </pc:sldChg>
      <pc:sldChg chg="addSp delSp modSp new del">
        <pc:chgData name="Yusuf Coşkun" userId="S::032290073@ogr.uludag.edu.tr::697dff2e-8818-46d4-86c9-f7049e790c2a" providerId="AD" clId="Web-{8217520B-6121-3C5E-7487-2B64BF95B47C}" dt="2025-12-15T03:46:22.571" v="70"/>
        <pc:sldMkLst>
          <pc:docMk/>
          <pc:sldMk cId="4157195460" sldId="274"/>
        </pc:sldMkLst>
        <pc:spChg chg="del">
          <ac:chgData name="Yusuf Coşkun" userId="S::032290073@ogr.uludag.edu.tr::697dff2e-8818-46d4-86c9-f7049e790c2a" providerId="AD" clId="Web-{8217520B-6121-3C5E-7487-2B64BF95B47C}" dt="2025-12-15T03:45:44.054" v="64"/>
          <ac:spMkLst>
            <pc:docMk/>
            <pc:sldMk cId="4157195460" sldId="274"/>
            <ac:spMk id="2" creationId="{E6400071-42AC-D7C1-905B-55728B7FB26F}"/>
          </ac:spMkLst>
        </pc:spChg>
        <pc:spChg chg="del mod">
          <ac:chgData name="Yusuf Coşkun" userId="S::032290073@ogr.uludag.edu.tr::697dff2e-8818-46d4-86c9-f7049e790c2a" providerId="AD" clId="Web-{8217520B-6121-3C5E-7487-2B64BF95B47C}" dt="2025-12-15T03:45:47.570" v="66"/>
          <ac:spMkLst>
            <pc:docMk/>
            <pc:sldMk cId="4157195460" sldId="274"/>
            <ac:spMk id="3" creationId="{A309689A-32E2-2DBF-F7F3-11370486E7C0}"/>
          </ac:spMkLst>
        </pc:spChg>
        <pc:graphicFrameChg chg="add mod ord modGraphic">
          <ac:chgData name="Yusuf Coşkun" userId="S::032290073@ogr.uludag.edu.tr::697dff2e-8818-46d4-86c9-f7049e790c2a" providerId="AD" clId="Web-{8217520B-6121-3C5E-7487-2B64BF95B47C}" dt="2025-12-15T03:46:01.867" v="68" actId="1076"/>
          <ac:graphicFrameMkLst>
            <pc:docMk/>
            <pc:sldMk cId="4157195460" sldId="274"/>
            <ac:graphicFrameMk id="5" creationId="{21EF7BA4-7B38-7DD5-B982-8578323A61DB}"/>
          </ac:graphicFrameMkLst>
        </pc:graphicFrameChg>
      </pc:sldChg>
      <pc:sldChg chg="addSp delSp modSp new">
        <pc:chgData name="Yusuf Coşkun" userId="S::032290073@ogr.uludag.edu.tr::697dff2e-8818-46d4-86c9-f7049e790c2a" providerId="AD" clId="Web-{8217520B-6121-3C5E-7487-2B64BF95B47C}" dt="2025-12-15T03:53:13.438" v="114"/>
        <pc:sldMkLst>
          <pc:docMk/>
          <pc:sldMk cId="156554290" sldId="275"/>
        </pc:sldMkLst>
        <pc:graphicFrameChg chg="add mod modGraphic">
          <ac:chgData name="Yusuf Coşkun" userId="S::032290073@ogr.uludag.edu.tr::697dff2e-8818-46d4-86c9-f7049e790c2a" providerId="AD" clId="Web-{8217520B-6121-3C5E-7487-2B64BF95B47C}" dt="2025-12-15T03:53:13.438" v="114"/>
          <ac:graphicFrameMkLst>
            <pc:docMk/>
            <pc:sldMk cId="156554290" sldId="275"/>
            <ac:graphicFrameMk id="3" creationId="{8F8DB7FE-814B-1CC6-B91D-1EB4260316ED}"/>
          </ac:graphicFrameMkLst>
        </pc:graphicFrameChg>
        <pc:graphicFrameChg chg="add del mod modGraphic">
          <ac:chgData name="Yusuf Coşkun" userId="S::032290073@ogr.uludag.edu.tr::697dff2e-8818-46d4-86c9-f7049e790c2a" providerId="AD" clId="Web-{8217520B-6121-3C5E-7487-2B64BF95B47C}" dt="2025-12-15T03:52:46.702" v="111"/>
          <ac:graphicFrameMkLst>
            <pc:docMk/>
            <pc:sldMk cId="156554290" sldId="275"/>
            <ac:graphicFrameMk id="4" creationId="{EE5DA809-DE92-5FC9-F7BA-90B87D17C4AD}"/>
          </ac:graphicFrameMkLst>
        </pc:graphicFrameChg>
      </pc:sldChg>
      <pc:sldChg chg="new del">
        <pc:chgData name="Yusuf Coşkun" userId="S::032290073@ogr.uludag.edu.tr::697dff2e-8818-46d4-86c9-f7049e790c2a" providerId="AD" clId="Web-{8217520B-6121-3C5E-7487-2B64BF95B47C}" dt="2025-12-15T03:57:00.964" v="116"/>
        <pc:sldMkLst>
          <pc:docMk/>
          <pc:sldMk cId="560575050" sldId="276"/>
        </pc:sldMkLst>
      </pc:sldChg>
      <pc:sldChg chg="new del">
        <pc:chgData name="Yusuf Coşkun" userId="S::032290073@ogr.uludag.edu.tr::697dff2e-8818-46d4-86c9-f7049e790c2a" providerId="AD" clId="Web-{8217520B-6121-3C5E-7487-2B64BF95B47C}" dt="2025-12-15T03:57:07.995" v="118"/>
        <pc:sldMkLst>
          <pc:docMk/>
          <pc:sldMk cId="3181566899" sldId="276"/>
        </pc:sldMkLst>
      </pc:sldChg>
      <pc:sldChg chg="delSp modSp new">
        <pc:chgData name="Yusuf Coşkun" userId="S::032290073@ogr.uludag.edu.tr::697dff2e-8818-46d4-86c9-f7049e790c2a" providerId="AD" clId="Web-{8217520B-6121-3C5E-7487-2B64BF95B47C}" dt="2025-12-15T04:00:44.002" v="125" actId="14100"/>
        <pc:sldMkLst>
          <pc:docMk/>
          <pc:sldMk cId="3900455600" sldId="276"/>
        </pc:sldMkLst>
        <pc:spChg chg="del">
          <ac:chgData name="Yusuf Coşkun" userId="S::032290073@ogr.uludag.edu.tr::697dff2e-8818-46d4-86c9-f7049e790c2a" providerId="AD" clId="Web-{8217520B-6121-3C5E-7487-2B64BF95B47C}" dt="2025-12-15T04:00:41.283" v="124"/>
          <ac:spMkLst>
            <pc:docMk/>
            <pc:sldMk cId="3900455600" sldId="276"/>
            <ac:spMk id="2" creationId="{4291A892-C9BE-6B27-CFBB-DAD9DD8EFFD9}"/>
          </ac:spMkLst>
        </pc:spChg>
        <pc:spChg chg="mod">
          <ac:chgData name="Yusuf Coşkun" userId="S::032290073@ogr.uludag.edu.tr::697dff2e-8818-46d4-86c9-f7049e790c2a" providerId="AD" clId="Web-{8217520B-6121-3C5E-7487-2B64BF95B47C}" dt="2025-12-15T04:00:44.002" v="125" actId="14100"/>
          <ac:spMkLst>
            <pc:docMk/>
            <pc:sldMk cId="3900455600" sldId="276"/>
            <ac:spMk id="3" creationId="{975E7FAC-6D17-54B5-0BC1-CDEEE2FC618B}"/>
          </ac:spMkLst>
        </pc:spChg>
      </pc:sldChg>
      <pc:sldChg chg="delSp modSp add replId">
        <pc:chgData name="Yusuf Coşkun" userId="S::032290073@ogr.uludag.edu.tr::697dff2e-8818-46d4-86c9-f7049e790c2a" providerId="AD" clId="Web-{8217520B-6121-3C5E-7487-2B64BF95B47C}" dt="2025-12-15T04:01:28.816" v="127" actId="14100"/>
        <pc:sldMkLst>
          <pc:docMk/>
          <pc:sldMk cId="3531233536" sldId="277"/>
        </pc:sldMkLst>
        <pc:spChg chg="del">
          <ac:chgData name="Yusuf Coşkun" userId="S::032290073@ogr.uludag.edu.tr::697dff2e-8818-46d4-86c9-f7049e790c2a" providerId="AD" clId="Web-{8217520B-6121-3C5E-7487-2B64BF95B47C}" dt="2025-12-15T04:00:50.424" v="126"/>
          <ac:spMkLst>
            <pc:docMk/>
            <pc:sldMk cId="3531233536" sldId="277"/>
            <ac:spMk id="2" creationId="{852B7494-F6A0-B70C-9561-8C98B39AC8A8}"/>
          </ac:spMkLst>
        </pc:spChg>
        <pc:spChg chg="mod">
          <ac:chgData name="Yusuf Coşkun" userId="S::032290073@ogr.uludag.edu.tr::697dff2e-8818-46d4-86c9-f7049e790c2a" providerId="AD" clId="Web-{8217520B-6121-3C5E-7487-2B64BF95B47C}" dt="2025-12-15T04:01:28.816" v="127" actId="14100"/>
          <ac:spMkLst>
            <pc:docMk/>
            <pc:sldMk cId="3531233536" sldId="277"/>
            <ac:spMk id="3" creationId="{AB08BA34-1E4A-5854-7EB6-10130D4A152A}"/>
          </ac:spMkLst>
        </pc:spChg>
      </pc:sldChg>
      <pc:sldChg chg="addSp delSp modSp new del">
        <pc:chgData name="Yusuf Coşkun" userId="S::032290073@ogr.uludag.edu.tr::697dff2e-8818-46d4-86c9-f7049e790c2a" providerId="AD" clId="Web-{8217520B-6121-3C5E-7487-2B64BF95B47C}" dt="2025-12-15T04:11:15.688" v="151"/>
        <pc:sldMkLst>
          <pc:docMk/>
          <pc:sldMk cId="245795575" sldId="278"/>
        </pc:sldMkLst>
        <pc:spChg chg="add del mod">
          <ac:chgData name="Yusuf Coşkun" userId="S::032290073@ogr.uludag.edu.tr::697dff2e-8818-46d4-86c9-f7049e790c2a" providerId="AD" clId="Web-{8217520B-6121-3C5E-7487-2B64BF95B47C}" dt="2025-12-15T04:11:13.406" v="150"/>
          <ac:spMkLst>
            <pc:docMk/>
            <pc:sldMk cId="245795575" sldId="278"/>
            <ac:spMk id="2" creationId="{3F846E6B-BF87-FB3D-95B0-6B079214C5F0}"/>
          </ac:spMkLst>
        </pc:spChg>
      </pc:sldChg>
      <pc:sldChg chg="delSp modSp new add del">
        <pc:chgData name="Yusuf Coşkun" userId="S::032290073@ogr.uludag.edu.tr::697dff2e-8818-46d4-86c9-f7049e790c2a" providerId="AD" clId="Web-{8217520B-6121-3C5E-7487-2B64BF95B47C}" dt="2025-12-15T04:11:35.376" v="153" actId="14100"/>
        <pc:sldMkLst>
          <pc:docMk/>
          <pc:sldMk cId="2064926541" sldId="278"/>
        </pc:sldMkLst>
        <pc:spChg chg="del">
          <ac:chgData name="Yusuf Coşkun" userId="S::032290073@ogr.uludag.edu.tr::697dff2e-8818-46d4-86c9-f7049e790c2a" providerId="AD" clId="Web-{8217520B-6121-3C5E-7487-2B64BF95B47C}" dt="2025-12-15T04:06:59.171" v="129"/>
          <ac:spMkLst>
            <pc:docMk/>
            <pc:sldMk cId="2064926541" sldId="278"/>
            <ac:spMk id="2" creationId="{762CC291-61EF-16FB-31C8-A69C29D2CAF8}"/>
          </ac:spMkLst>
        </pc:spChg>
        <pc:spChg chg="mod">
          <ac:chgData name="Yusuf Coşkun" userId="S::032290073@ogr.uludag.edu.tr::697dff2e-8818-46d4-86c9-f7049e790c2a" providerId="AD" clId="Web-{8217520B-6121-3C5E-7487-2B64BF95B47C}" dt="2025-12-15T04:11:35.376" v="153" actId="14100"/>
          <ac:spMkLst>
            <pc:docMk/>
            <pc:sldMk cId="2064926541" sldId="278"/>
            <ac:spMk id="3" creationId="{D047F4A7-E2C0-AC94-4369-17578483A6CE}"/>
          </ac:spMkLst>
        </pc:spChg>
      </pc:sldChg>
      <pc:sldChg chg="add del replId">
        <pc:chgData name="Yusuf Coşkun" userId="S::032290073@ogr.uludag.edu.tr::697dff2e-8818-46d4-86c9-f7049e790c2a" providerId="AD" clId="Web-{8217520B-6121-3C5E-7487-2B64BF95B47C}" dt="2025-12-15T03:58:41.639" v="122"/>
        <pc:sldMkLst>
          <pc:docMk/>
          <pc:sldMk cId="2830491047" sldId="278"/>
        </pc:sldMkLst>
      </pc:sldChg>
      <pc:sldChg chg="delSp new del">
        <pc:chgData name="Yusuf Coşkun" userId="S::032290073@ogr.uludag.edu.tr::697dff2e-8818-46d4-86c9-f7049e790c2a" providerId="AD" clId="Web-{8217520B-6121-3C5E-7487-2B64BF95B47C}" dt="2025-12-15T04:13:40.241" v="156"/>
        <pc:sldMkLst>
          <pc:docMk/>
          <pc:sldMk cId="285340445" sldId="279"/>
        </pc:sldMkLst>
        <pc:spChg chg="del">
          <ac:chgData name="Yusuf Coşkun" userId="S::032290073@ogr.uludag.edu.tr::697dff2e-8818-46d4-86c9-f7049e790c2a" providerId="AD" clId="Web-{8217520B-6121-3C5E-7487-2B64BF95B47C}" dt="2025-12-15T04:13:28.522" v="155"/>
          <ac:spMkLst>
            <pc:docMk/>
            <pc:sldMk cId="285340445" sldId="279"/>
            <ac:spMk id="3" creationId="{61B158E9-7AAF-AD2B-6EB4-61E7A0780782}"/>
          </ac:spMkLst>
        </pc:spChg>
      </pc:sldChg>
      <pc:sldChg chg="addSp delSp modSp new mod setBg setClrOvrMap">
        <pc:chgData name="Yusuf Coşkun" userId="S::032290073@ogr.uludag.edu.tr::697dff2e-8818-46d4-86c9-f7049e790c2a" providerId="AD" clId="Web-{8217520B-6121-3C5E-7487-2B64BF95B47C}" dt="2025-12-15T04:15:21.198" v="164"/>
        <pc:sldMkLst>
          <pc:docMk/>
          <pc:sldMk cId="1006991037" sldId="279"/>
        </pc:sldMkLst>
        <pc:spChg chg="add mod">
          <ac:chgData name="Yusuf Coşkun" userId="S::032290073@ogr.uludag.edu.tr::697dff2e-8818-46d4-86c9-f7049e790c2a" providerId="AD" clId="Web-{8217520B-6121-3C5E-7487-2B64BF95B47C}" dt="2025-12-15T04:15:21.198" v="164"/>
          <ac:spMkLst>
            <pc:docMk/>
            <pc:sldMk cId="1006991037" sldId="279"/>
            <ac:spMk id="2" creationId="{4010AD12-B010-3DC3-12E4-67F1FF2E1EDB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4:14:55.072" v="160"/>
          <ac:spMkLst>
            <pc:docMk/>
            <pc:sldMk cId="1006991037" sldId="279"/>
            <ac:spMk id="10" creationId="{C52FAB7B-42C1-46AA-9C68-7AD281066C60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4:14:55.072" v="160"/>
          <ac:spMkLst>
            <pc:docMk/>
            <pc:sldMk cId="1006991037" sldId="279"/>
            <ac:spMk id="12" creationId="{F905206B-651D-4874-B365-85CC5F9C844C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4:15:21.198" v="164"/>
          <ac:spMkLst>
            <pc:docMk/>
            <pc:sldMk cId="1006991037" sldId="279"/>
            <ac:spMk id="21" creationId="{46B9231A-B34B-4A29-A6AC-532E1EE81575}"/>
          </ac:spMkLst>
        </pc:spChg>
        <pc:spChg chg="add">
          <ac:chgData name="Yusuf Coşkun" userId="S::032290073@ogr.uludag.edu.tr::697dff2e-8818-46d4-86c9-f7049e790c2a" providerId="AD" clId="Web-{8217520B-6121-3C5E-7487-2B64BF95B47C}" dt="2025-12-15T04:15:21.198" v="164"/>
          <ac:spMkLst>
            <pc:docMk/>
            <pc:sldMk cId="1006991037" sldId="279"/>
            <ac:spMk id="26" creationId="{19F9BF86-FE94-4517-B97D-026C7515E589}"/>
          </ac:spMkLst>
        </pc:spChg>
        <pc:spChg chg="add">
          <ac:chgData name="Yusuf Coşkun" userId="S::032290073@ogr.uludag.edu.tr::697dff2e-8818-46d4-86c9-f7049e790c2a" providerId="AD" clId="Web-{8217520B-6121-3C5E-7487-2B64BF95B47C}" dt="2025-12-15T04:15:21.198" v="164"/>
          <ac:spMkLst>
            <pc:docMk/>
            <pc:sldMk cId="1006991037" sldId="279"/>
            <ac:spMk id="27" creationId="{72E284DE-AB43-1296-3166-892F44A3A2E9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4:15:21.151" v="163"/>
          <ac:spMkLst>
            <pc:docMk/>
            <pc:sldMk cId="1006991037" sldId="279"/>
            <ac:spMk id="30" creationId="{19F9BF86-FE94-4517-B97D-026C7515E589}"/>
          </ac:spMkLst>
        </pc:spChg>
        <pc:spChg chg="add del">
          <ac:chgData name="Yusuf Coşkun" userId="S::032290073@ogr.uludag.edu.tr::697dff2e-8818-46d4-86c9-f7049e790c2a" providerId="AD" clId="Web-{8217520B-6121-3C5E-7487-2B64BF95B47C}" dt="2025-12-15T04:15:21.151" v="163"/>
          <ac:spMkLst>
            <pc:docMk/>
            <pc:sldMk cId="1006991037" sldId="279"/>
            <ac:spMk id="32" creationId="{122AB34F-E75C-451A-8410-05B6C249E9D3}"/>
          </ac:spMkLst>
        </pc:spChg>
        <pc:picChg chg="add mod">
          <ac:chgData name="Yusuf Coşkun" userId="S::032290073@ogr.uludag.edu.tr::697dff2e-8818-46d4-86c9-f7049e790c2a" providerId="AD" clId="Web-{8217520B-6121-3C5E-7487-2B64BF95B47C}" dt="2025-12-15T04:15:21.198" v="164"/>
          <ac:picMkLst>
            <pc:docMk/>
            <pc:sldMk cId="1006991037" sldId="279"/>
            <ac:picMk id="4" creationId="{90C036EC-2D46-8E2E-5439-F4E3B9161EDC}"/>
          </ac:picMkLst>
        </pc:picChg>
        <pc:cxnChg chg="add del">
          <ac:chgData name="Yusuf Coşkun" userId="S::032290073@ogr.uludag.edu.tr::697dff2e-8818-46d4-86c9-f7049e790c2a" providerId="AD" clId="Web-{8217520B-6121-3C5E-7487-2B64BF95B47C}" dt="2025-12-15T04:14:55.072" v="160"/>
          <ac:cxnSpMkLst>
            <pc:docMk/>
            <pc:sldMk cId="1006991037" sldId="279"/>
            <ac:cxnSpMk id="8" creationId="{118E06E4-607B-144B-382B-AD3D06B1EE8C}"/>
          </ac:cxnSpMkLst>
        </pc:cxnChg>
        <pc:cxnChg chg="add del">
          <ac:chgData name="Yusuf Coşkun" userId="S::032290073@ogr.uludag.edu.tr::697dff2e-8818-46d4-86c9-f7049e790c2a" providerId="AD" clId="Web-{8217520B-6121-3C5E-7487-2B64BF95B47C}" dt="2025-12-15T04:14:55.072" v="160"/>
          <ac:cxnSpMkLst>
            <pc:docMk/>
            <pc:sldMk cId="1006991037" sldId="279"/>
            <ac:cxnSpMk id="14" creationId="{F0CE0765-E93C-4D37-9D5F-D464EFB10FA7}"/>
          </ac:cxnSpMkLst>
        </pc:cxnChg>
        <pc:cxnChg chg="add del">
          <ac:chgData name="Yusuf Coşkun" userId="S::032290073@ogr.uludag.edu.tr::697dff2e-8818-46d4-86c9-f7049e790c2a" providerId="AD" clId="Web-{8217520B-6121-3C5E-7487-2B64BF95B47C}" dt="2025-12-15T04:15:21.198" v="164"/>
          <ac:cxnSpMkLst>
            <pc:docMk/>
            <pc:sldMk cId="1006991037" sldId="279"/>
            <ac:cxnSpMk id="19" creationId="{118E06E4-607B-144B-382B-AD3D06B1EE8C}"/>
          </ac:cxnSpMkLst>
        </pc:cxnChg>
        <pc:cxnChg chg="add del">
          <ac:chgData name="Yusuf Coşkun" userId="S::032290073@ogr.uludag.edu.tr::697dff2e-8818-46d4-86c9-f7049e790c2a" providerId="AD" clId="Web-{8217520B-6121-3C5E-7487-2B64BF95B47C}" dt="2025-12-15T04:15:21.198" v="164"/>
          <ac:cxnSpMkLst>
            <pc:docMk/>
            <pc:sldMk cId="1006991037" sldId="279"/>
            <ac:cxnSpMk id="23" creationId="{F0CE0765-E93C-4D37-9D5F-D464EFB10FA7}"/>
          </ac:cxnSpMkLst>
        </pc:cxnChg>
        <pc:cxnChg chg="add">
          <ac:chgData name="Yusuf Coşkun" userId="S::032290073@ogr.uludag.edu.tr::697dff2e-8818-46d4-86c9-f7049e790c2a" providerId="AD" clId="Web-{8217520B-6121-3C5E-7487-2B64BF95B47C}" dt="2025-12-15T04:15:21.198" v="164"/>
          <ac:cxnSpMkLst>
            <pc:docMk/>
            <pc:sldMk cId="1006991037" sldId="279"/>
            <ac:cxnSpMk id="25" creationId="{118E06E4-607B-144B-382B-AD3D06B1EE8C}"/>
          </ac:cxnSpMkLst>
        </pc:cxnChg>
        <pc:cxnChg chg="add del">
          <ac:chgData name="Yusuf Coşkun" userId="S::032290073@ogr.uludag.edu.tr::697dff2e-8818-46d4-86c9-f7049e790c2a" providerId="AD" clId="Web-{8217520B-6121-3C5E-7487-2B64BF95B47C}" dt="2025-12-15T04:15:21.151" v="163"/>
          <ac:cxnSpMkLst>
            <pc:docMk/>
            <pc:sldMk cId="1006991037" sldId="279"/>
            <ac:cxnSpMk id="28" creationId="{118E06E4-607B-144B-382B-AD3D06B1EE8C}"/>
          </ac:cxnSpMkLst>
        </pc:cxnChg>
        <pc:cxnChg chg="add">
          <ac:chgData name="Yusuf Coşkun" userId="S::032290073@ogr.uludag.edu.tr::697dff2e-8818-46d4-86c9-f7049e790c2a" providerId="AD" clId="Web-{8217520B-6121-3C5E-7487-2B64BF95B47C}" dt="2025-12-15T04:15:21.198" v="164"/>
          <ac:cxnSpMkLst>
            <pc:docMk/>
            <pc:sldMk cId="1006991037" sldId="279"/>
            <ac:cxnSpMk id="29" creationId="{97CC2FE6-3AD0-4131-B4BC-1F4D65E25E13}"/>
          </ac:cxnSpMkLst>
        </pc:cxnChg>
        <pc:cxnChg chg="add del">
          <ac:chgData name="Yusuf Coşkun" userId="S::032290073@ogr.uludag.edu.tr::697dff2e-8818-46d4-86c9-f7049e790c2a" providerId="AD" clId="Web-{8217520B-6121-3C5E-7487-2B64BF95B47C}" dt="2025-12-15T04:15:21.151" v="163"/>
          <ac:cxnSpMkLst>
            <pc:docMk/>
            <pc:sldMk cId="1006991037" sldId="279"/>
            <ac:cxnSpMk id="34" creationId="{97CC2FE6-3AD0-4131-B4BC-1F4D65E25E13}"/>
          </ac:cxnSpMkLst>
        </pc:cxnChg>
      </pc:sldChg>
      <pc:sldMasterChg chg="del delSldLayout">
        <pc:chgData name="Yusuf Coşkun" userId="S::032290073@ogr.uludag.edu.tr::697dff2e-8818-46d4-86c9-f7049e790c2a" providerId="AD" clId="Web-{8217520B-6121-3C5E-7487-2B64BF95B47C}" dt="2025-12-15T02:04:41.905" v="0"/>
        <pc:sldMasterMkLst>
          <pc:docMk/>
          <pc:sldMasterMk cId="3712468873" sldId="2147483648"/>
        </pc:sldMasterMkLst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3440994769" sldId="2147483649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3944319586" sldId="2147483650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1196833356" sldId="2147483651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3652797130" sldId="2147483652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846744319" sldId="2147483653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2861482750" sldId="2147483654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4199817435" sldId="2147483655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2700913065" sldId="2147483656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818175020" sldId="2147483657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847874827" sldId="2147483658"/>
          </pc:sldLayoutMkLst>
        </pc:sldLayoutChg>
        <pc:sldLayoutChg chg="del">
          <pc:chgData name="Yusuf Coşkun" userId="S::032290073@ogr.uludag.edu.tr::697dff2e-8818-46d4-86c9-f7049e790c2a" providerId="AD" clId="Web-{8217520B-6121-3C5E-7487-2B64BF95B47C}" dt="2025-12-15T02:04:41.905" v="0"/>
          <pc:sldLayoutMkLst>
            <pc:docMk/>
            <pc:sldMasterMk cId="3712468873" sldId="2147483648"/>
            <pc:sldLayoutMk cId="804856651" sldId="2147483659"/>
          </pc:sldLayoutMkLst>
        </pc:sldLayoutChg>
      </pc:sldMasterChg>
      <pc:sldMasterChg chg="add del addSldLayout delSldLayout">
        <pc:chgData name="Yusuf Coşkun" userId="S::032290073@ogr.uludag.edu.tr::697dff2e-8818-46d4-86c9-f7049e790c2a" providerId="AD" clId="Web-{8217520B-6121-3C5E-7487-2B64BF95B47C}" dt="2025-12-15T02:06:50.703" v="5"/>
        <pc:sldMasterMkLst>
          <pc:docMk/>
          <pc:sldMasterMk cId="4057063307" sldId="2147483709"/>
        </pc:sldMasterMkLst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583738348" sldId="2147483698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3586813553" sldId="2147483699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3040557745" sldId="2147483700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2527628749" sldId="2147483701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870663083" sldId="2147483702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527737122" sldId="2147483703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1045109502" sldId="2147483704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3166669011" sldId="2147483705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789612274" sldId="2147483706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3923046600" sldId="2147483707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4057063307" sldId="2147483709"/>
            <pc:sldLayoutMk cId="1508965664" sldId="2147483708"/>
          </pc:sldLayoutMkLst>
        </pc:sldLayoutChg>
      </pc:sldMasterChg>
      <pc:sldMasterChg chg="add del addSldLayout delSldLayout">
        <pc:chgData name="Yusuf Coşkun" userId="S::032290073@ogr.uludag.edu.tr::697dff2e-8818-46d4-86c9-f7049e790c2a" providerId="AD" clId="Web-{8217520B-6121-3C5E-7487-2B64BF95B47C}" dt="2025-12-15T02:06:50.625" v="4"/>
        <pc:sldMasterMkLst>
          <pc:docMk/>
          <pc:sldMasterMk cId="3629758886" sldId="2147483710"/>
        </pc:sldMasterMkLst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1658285773" sldId="2147483711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3611891569" sldId="2147483712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3083881340" sldId="2147483713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2437223347" sldId="2147483714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3050455944" sldId="2147483715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495872217" sldId="2147483716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151190223" sldId="2147483717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1024053130" sldId="2147483718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2854575255" sldId="2147483719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3129199508" sldId="2147483720"/>
          </pc:sldLayoutMkLst>
        </pc:sldLayoutChg>
        <pc:sldLayoutChg chg="add del">
          <pc:chgData name="Yusuf Coşkun" userId="S::032290073@ogr.uludag.edu.tr::697dff2e-8818-46d4-86c9-f7049e790c2a" providerId="AD" clId="Web-{8217520B-6121-3C5E-7487-2B64BF95B47C}" dt="2025-12-15T02:06:50.625" v="4"/>
          <pc:sldLayoutMkLst>
            <pc:docMk/>
            <pc:sldMasterMk cId="3629758886" sldId="2147483710"/>
            <pc:sldLayoutMk cId="1242238656" sldId="2147483721"/>
          </pc:sldLayoutMkLst>
        </pc:sldLayoutChg>
      </pc:sldMasterChg>
      <pc:sldMasterChg chg="add addSldLayout">
        <pc:chgData name="Yusuf Coşkun" userId="S::032290073@ogr.uludag.edu.tr::697dff2e-8818-46d4-86c9-f7049e790c2a" providerId="AD" clId="Web-{8217520B-6121-3C5E-7487-2B64BF95B47C}" dt="2025-12-15T02:06:50.703" v="5"/>
        <pc:sldMasterMkLst>
          <pc:docMk/>
          <pc:sldMasterMk cId="3247655547" sldId="2147483746"/>
        </pc:sldMasterMkLst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4284873374" sldId="2147483735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3696907955" sldId="2147483736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2912888847" sldId="2147483737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3792946360" sldId="2147483738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3095976733" sldId="2147483739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2075671981" sldId="2147483740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3833129747" sldId="2147483741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4080886085" sldId="2147483742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2859497628" sldId="2147483743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3198416403" sldId="2147483744"/>
          </pc:sldLayoutMkLst>
        </pc:sldLayoutChg>
        <pc:sldLayoutChg chg="add">
          <pc:chgData name="Yusuf Coşkun" userId="S::032290073@ogr.uludag.edu.tr::697dff2e-8818-46d4-86c9-f7049e790c2a" providerId="AD" clId="Web-{8217520B-6121-3C5E-7487-2B64BF95B47C}" dt="2025-12-15T02:06:50.703" v="5"/>
          <pc:sldLayoutMkLst>
            <pc:docMk/>
            <pc:sldMasterMk cId="3247655547" sldId="2147483746"/>
            <pc:sldLayoutMk cId="2620885917" sldId="214748374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C4D87-EDF9-406E-ADB9-E5C89A9371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7483F78-3F77-4A58-BE8B-C4D11D9A76AE}">
      <dgm:prSet/>
      <dgm:spPr/>
      <dgm:t>
        <a:bodyPr/>
        <a:lstStyle/>
        <a:p>
          <a:r>
            <a:rPr lang="tr-TR" dirty="0"/>
            <a:t>Bu çalışmanın konusu, </a:t>
          </a:r>
          <a:r>
            <a:rPr lang="tr-TR" b="1" dirty="0"/>
            <a:t>otonom sistemlerde kullanılan yol planlama (</a:t>
          </a:r>
          <a:r>
            <a:rPr lang="tr-TR" b="1" dirty="0" err="1"/>
            <a:t>path</a:t>
          </a:r>
          <a:r>
            <a:rPr lang="tr-TR" b="1" dirty="0"/>
            <a:t> </a:t>
          </a:r>
          <a:r>
            <a:rPr lang="tr-TR" b="1" dirty="0" err="1"/>
            <a:t>planning</a:t>
          </a:r>
          <a:r>
            <a:rPr lang="tr-TR" b="1" dirty="0"/>
            <a:t>) algoritmalarının performanslarının benchmarking yöntemiyle karşılaştırılmasıdır</a:t>
          </a:r>
          <a:r>
            <a:rPr lang="tr-TR" dirty="0"/>
            <a:t>.</a:t>
          </a:r>
          <a:endParaRPr lang="en-US" dirty="0"/>
        </a:p>
      </dgm:t>
    </dgm:pt>
    <dgm:pt modelId="{055FB51C-9830-4B92-951A-8C94E965184D}" type="parTrans" cxnId="{736621E1-A6E3-4AF8-874A-1D7FD889EDA4}">
      <dgm:prSet/>
      <dgm:spPr/>
      <dgm:t>
        <a:bodyPr/>
        <a:lstStyle/>
        <a:p>
          <a:endParaRPr lang="en-US"/>
        </a:p>
      </dgm:t>
    </dgm:pt>
    <dgm:pt modelId="{ED96A64E-473A-4D94-B92D-EC40A00C85AE}" type="sibTrans" cxnId="{736621E1-A6E3-4AF8-874A-1D7FD889EDA4}">
      <dgm:prSet/>
      <dgm:spPr/>
      <dgm:t>
        <a:bodyPr/>
        <a:lstStyle/>
        <a:p>
          <a:endParaRPr lang="en-US"/>
        </a:p>
      </dgm:t>
    </dgm:pt>
    <dgm:pt modelId="{F717301F-6A6A-4325-A495-DC83B0BC2A25}">
      <dgm:prSet/>
      <dgm:spPr/>
      <dgm:t>
        <a:bodyPr/>
        <a:lstStyle/>
        <a:p>
          <a:pPr rtl="0"/>
          <a:r>
            <a:rPr lang="tr-TR" dirty="0"/>
            <a:t>Çalışmanın kapsamında, literatürde yaygın olarak kullanılan </a:t>
          </a:r>
          <a:r>
            <a:rPr lang="tr-TR" b="1" dirty="0"/>
            <a:t>A*, </a:t>
          </a:r>
          <a:r>
            <a:rPr lang="tr-TR" b="1" dirty="0" err="1"/>
            <a:t>Dijkstra</a:t>
          </a:r>
          <a:r>
            <a:rPr lang="tr-TR" b="1" dirty="0"/>
            <a:t>, BFS, DFS</a:t>
          </a:r>
          <a:r>
            <a:rPr lang="tr-TR" b="1" dirty="0">
              <a:latin typeface="Grandview Display"/>
            </a:rPr>
            <a:t>, PSO, PFL</a:t>
          </a:r>
          <a:r>
            <a:rPr lang="tr-TR" b="1" dirty="0"/>
            <a:t> ve RRT</a:t>
          </a:r>
          <a:r>
            <a:rPr lang="tr-TR" dirty="0"/>
            <a:t> gibi yol planlama algoritmaları ele alınmıştır.</a:t>
          </a:r>
          <a:endParaRPr lang="en-US" dirty="0"/>
        </a:p>
      </dgm:t>
    </dgm:pt>
    <dgm:pt modelId="{BA6A0FE9-C7BE-4228-8F99-2D6DBACE82C6}" type="parTrans" cxnId="{2B923242-4D3D-4396-AE06-6A84A5B8A371}">
      <dgm:prSet/>
      <dgm:spPr/>
      <dgm:t>
        <a:bodyPr/>
        <a:lstStyle/>
        <a:p>
          <a:endParaRPr lang="en-US"/>
        </a:p>
      </dgm:t>
    </dgm:pt>
    <dgm:pt modelId="{039E5FDB-B6ED-4E2E-8FBD-05A004CD428E}" type="sibTrans" cxnId="{2B923242-4D3D-4396-AE06-6A84A5B8A371}">
      <dgm:prSet/>
      <dgm:spPr/>
      <dgm:t>
        <a:bodyPr/>
        <a:lstStyle/>
        <a:p>
          <a:endParaRPr lang="en-US"/>
        </a:p>
      </dgm:t>
    </dgm:pt>
    <dgm:pt modelId="{8F861393-B1D8-4645-B797-D08B8C31660F}">
      <dgm:prSet/>
      <dgm:spPr/>
      <dgm:t>
        <a:bodyPr/>
        <a:lstStyle/>
        <a:p>
          <a:r>
            <a:rPr lang="tr-TR" dirty="0"/>
            <a:t>Algoritmalar, </a:t>
          </a:r>
          <a:r>
            <a:rPr lang="tr-TR" b="1" dirty="0"/>
            <a:t>aynı harita ve aynı başlangıç–hedef koşulları altında</a:t>
          </a:r>
          <a:r>
            <a:rPr lang="tr-TR" dirty="0"/>
            <a:t>, </a:t>
          </a:r>
          <a:r>
            <a:rPr lang="tr-TR" b="1" dirty="0"/>
            <a:t>yol uzunluğu</a:t>
          </a:r>
          <a:r>
            <a:rPr lang="tr-TR" dirty="0"/>
            <a:t>, </a:t>
          </a:r>
          <a:r>
            <a:rPr lang="tr-TR" b="1" dirty="0"/>
            <a:t>hesaplama süresi</a:t>
          </a:r>
          <a:r>
            <a:rPr lang="tr-TR" dirty="0"/>
            <a:t> ve </a:t>
          </a:r>
          <a:r>
            <a:rPr lang="tr-TR" b="1" dirty="0"/>
            <a:t>başarı durumu</a:t>
          </a:r>
          <a:r>
            <a:rPr lang="tr-TR" dirty="0"/>
            <a:t> gibi metrikler üzerinden değerlendirilmiştir.</a:t>
          </a:r>
          <a:endParaRPr lang="en-US" dirty="0"/>
        </a:p>
      </dgm:t>
    </dgm:pt>
    <dgm:pt modelId="{BA73DF3B-7B5C-44C7-8022-8BECB8E9A2A2}" type="parTrans" cxnId="{44BF84FB-5BB7-4BCD-B24D-947D2ACD7B78}">
      <dgm:prSet/>
      <dgm:spPr/>
      <dgm:t>
        <a:bodyPr/>
        <a:lstStyle/>
        <a:p>
          <a:endParaRPr lang="en-US"/>
        </a:p>
      </dgm:t>
    </dgm:pt>
    <dgm:pt modelId="{7B44EDC4-1E75-43DC-84D1-494B6ACB924F}" type="sibTrans" cxnId="{44BF84FB-5BB7-4BCD-B24D-947D2ACD7B78}">
      <dgm:prSet/>
      <dgm:spPr/>
      <dgm:t>
        <a:bodyPr/>
        <a:lstStyle/>
        <a:p>
          <a:endParaRPr lang="en-US"/>
        </a:p>
      </dgm:t>
    </dgm:pt>
    <dgm:pt modelId="{18C5E9B0-CFB7-48C6-B247-B00D2C803FB9}" type="pres">
      <dgm:prSet presAssocID="{6D2C4D87-EDF9-406E-ADB9-E5C89A937164}" presName="root" presStyleCnt="0">
        <dgm:presLayoutVars>
          <dgm:dir/>
          <dgm:resizeHandles val="exact"/>
        </dgm:presLayoutVars>
      </dgm:prSet>
      <dgm:spPr/>
    </dgm:pt>
    <dgm:pt modelId="{0622D54B-05F5-4B77-B5F9-4A69F9E2017B}" type="pres">
      <dgm:prSet presAssocID="{57483F78-3F77-4A58-BE8B-C4D11D9A76AE}" presName="compNode" presStyleCnt="0"/>
      <dgm:spPr/>
    </dgm:pt>
    <dgm:pt modelId="{3EB9F164-91A8-42A0-B0EA-99839C083762}" type="pres">
      <dgm:prSet presAssocID="{57483F78-3F77-4A58-BE8B-C4D11D9A76AE}" presName="bgRect" presStyleLbl="bgShp" presStyleIdx="0" presStyleCnt="3"/>
      <dgm:spPr/>
    </dgm:pt>
    <dgm:pt modelId="{2EA5DA2A-0758-4A87-8608-C15C84ED1102}" type="pres">
      <dgm:prSet presAssocID="{57483F78-3F77-4A58-BE8B-C4D11D9A76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9A884858-3A0D-45CC-8B76-A81F44AAF2AD}" type="pres">
      <dgm:prSet presAssocID="{57483F78-3F77-4A58-BE8B-C4D11D9A76AE}" presName="spaceRect" presStyleCnt="0"/>
      <dgm:spPr/>
    </dgm:pt>
    <dgm:pt modelId="{9955613A-2616-488C-B1AC-58B2BFA63F9B}" type="pres">
      <dgm:prSet presAssocID="{57483F78-3F77-4A58-BE8B-C4D11D9A76AE}" presName="parTx" presStyleLbl="revTx" presStyleIdx="0" presStyleCnt="3">
        <dgm:presLayoutVars>
          <dgm:chMax val="0"/>
          <dgm:chPref val="0"/>
        </dgm:presLayoutVars>
      </dgm:prSet>
      <dgm:spPr/>
    </dgm:pt>
    <dgm:pt modelId="{7D6777DF-5CBC-41F9-BEBA-2807F31C6C54}" type="pres">
      <dgm:prSet presAssocID="{ED96A64E-473A-4D94-B92D-EC40A00C85AE}" presName="sibTrans" presStyleCnt="0"/>
      <dgm:spPr/>
    </dgm:pt>
    <dgm:pt modelId="{5C2D0029-DA9E-419A-A65B-9A3BF52987EC}" type="pres">
      <dgm:prSet presAssocID="{F717301F-6A6A-4325-A495-DC83B0BC2A25}" presName="compNode" presStyleCnt="0"/>
      <dgm:spPr/>
    </dgm:pt>
    <dgm:pt modelId="{48194460-799F-47E4-BCDE-DB07C8FD4279}" type="pres">
      <dgm:prSet presAssocID="{F717301F-6A6A-4325-A495-DC83B0BC2A25}" presName="bgRect" presStyleLbl="bgShp" presStyleIdx="1" presStyleCnt="3"/>
      <dgm:spPr/>
    </dgm:pt>
    <dgm:pt modelId="{D8AA8D17-49B4-46E7-BFA0-3AEB9946C225}" type="pres">
      <dgm:prSet presAssocID="{F717301F-6A6A-4325-A495-DC83B0BC2A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r"/>
        </a:ext>
      </dgm:extLst>
    </dgm:pt>
    <dgm:pt modelId="{E4AD397F-30A6-41FE-9F4C-9A12A64FC87C}" type="pres">
      <dgm:prSet presAssocID="{F717301F-6A6A-4325-A495-DC83B0BC2A25}" presName="spaceRect" presStyleCnt="0"/>
      <dgm:spPr/>
    </dgm:pt>
    <dgm:pt modelId="{764B636A-808A-4EDA-90A7-80A41F023BF5}" type="pres">
      <dgm:prSet presAssocID="{F717301F-6A6A-4325-A495-DC83B0BC2A25}" presName="parTx" presStyleLbl="revTx" presStyleIdx="1" presStyleCnt="3">
        <dgm:presLayoutVars>
          <dgm:chMax val="0"/>
          <dgm:chPref val="0"/>
        </dgm:presLayoutVars>
      </dgm:prSet>
      <dgm:spPr/>
    </dgm:pt>
    <dgm:pt modelId="{01F6D8A0-7056-4F74-9A35-B69F08B9FFC8}" type="pres">
      <dgm:prSet presAssocID="{039E5FDB-B6ED-4E2E-8FBD-05A004CD428E}" presName="sibTrans" presStyleCnt="0"/>
      <dgm:spPr/>
    </dgm:pt>
    <dgm:pt modelId="{B491B286-E508-40D9-AF4D-087FADD096B0}" type="pres">
      <dgm:prSet presAssocID="{8F861393-B1D8-4645-B797-D08B8C31660F}" presName="compNode" presStyleCnt="0"/>
      <dgm:spPr/>
    </dgm:pt>
    <dgm:pt modelId="{A33E3174-B97D-4C71-BC85-06D47A8785F2}" type="pres">
      <dgm:prSet presAssocID="{8F861393-B1D8-4645-B797-D08B8C31660F}" presName="bgRect" presStyleLbl="bgShp" presStyleIdx="2" presStyleCnt="3"/>
      <dgm:spPr/>
    </dgm:pt>
    <dgm:pt modelId="{1437E866-B64C-42CE-9B23-47CD48B162E9}" type="pres">
      <dgm:prSet presAssocID="{8F861393-B1D8-4645-B797-D08B8C3166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AA2B89E3-682A-4289-9BA7-8909A389C63F}" type="pres">
      <dgm:prSet presAssocID="{8F861393-B1D8-4645-B797-D08B8C31660F}" presName="spaceRect" presStyleCnt="0"/>
      <dgm:spPr/>
    </dgm:pt>
    <dgm:pt modelId="{BEE776A9-221C-4C6B-9343-21ABCBA506AF}" type="pres">
      <dgm:prSet presAssocID="{8F861393-B1D8-4645-B797-D08B8C3166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7D79C13-A22B-441A-A10D-6B054B73788C}" type="presOf" srcId="{57483F78-3F77-4A58-BE8B-C4D11D9A76AE}" destId="{9955613A-2616-488C-B1AC-58B2BFA63F9B}" srcOrd="0" destOrd="0" presId="urn:microsoft.com/office/officeart/2018/2/layout/IconVerticalSolidList"/>
    <dgm:cxn modelId="{AADE4C5D-4225-44B5-AAE9-81F2CD5C012C}" type="presOf" srcId="{8F861393-B1D8-4645-B797-D08B8C31660F}" destId="{BEE776A9-221C-4C6B-9343-21ABCBA506AF}" srcOrd="0" destOrd="0" presId="urn:microsoft.com/office/officeart/2018/2/layout/IconVerticalSolidList"/>
    <dgm:cxn modelId="{2B923242-4D3D-4396-AE06-6A84A5B8A371}" srcId="{6D2C4D87-EDF9-406E-ADB9-E5C89A937164}" destId="{F717301F-6A6A-4325-A495-DC83B0BC2A25}" srcOrd="1" destOrd="0" parTransId="{BA6A0FE9-C7BE-4228-8F99-2D6DBACE82C6}" sibTransId="{039E5FDB-B6ED-4E2E-8FBD-05A004CD428E}"/>
    <dgm:cxn modelId="{41CF2C45-93ED-450D-8A72-BE5912B0DBF6}" type="presOf" srcId="{6D2C4D87-EDF9-406E-ADB9-E5C89A937164}" destId="{18C5E9B0-CFB7-48C6-B247-B00D2C803FB9}" srcOrd="0" destOrd="0" presId="urn:microsoft.com/office/officeart/2018/2/layout/IconVerticalSolidList"/>
    <dgm:cxn modelId="{182146D1-93E4-4186-88DC-07E6DC7EE75F}" type="presOf" srcId="{F717301F-6A6A-4325-A495-DC83B0BC2A25}" destId="{764B636A-808A-4EDA-90A7-80A41F023BF5}" srcOrd="0" destOrd="0" presId="urn:microsoft.com/office/officeart/2018/2/layout/IconVerticalSolidList"/>
    <dgm:cxn modelId="{736621E1-A6E3-4AF8-874A-1D7FD889EDA4}" srcId="{6D2C4D87-EDF9-406E-ADB9-E5C89A937164}" destId="{57483F78-3F77-4A58-BE8B-C4D11D9A76AE}" srcOrd="0" destOrd="0" parTransId="{055FB51C-9830-4B92-951A-8C94E965184D}" sibTransId="{ED96A64E-473A-4D94-B92D-EC40A00C85AE}"/>
    <dgm:cxn modelId="{44BF84FB-5BB7-4BCD-B24D-947D2ACD7B78}" srcId="{6D2C4D87-EDF9-406E-ADB9-E5C89A937164}" destId="{8F861393-B1D8-4645-B797-D08B8C31660F}" srcOrd="2" destOrd="0" parTransId="{BA73DF3B-7B5C-44C7-8022-8BECB8E9A2A2}" sibTransId="{7B44EDC4-1E75-43DC-84D1-494B6ACB924F}"/>
    <dgm:cxn modelId="{9EBFDBDB-8757-4F44-8DBE-E3EE646F4563}" type="presParOf" srcId="{18C5E9B0-CFB7-48C6-B247-B00D2C803FB9}" destId="{0622D54B-05F5-4B77-B5F9-4A69F9E2017B}" srcOrd="0" destOrd="0" presId="urn:microsoft.com/office/officeart/2018/2/layout/IconVerticalSolidList"/>
    <dgm:cxn modelId="{439E654D-D388-436D-8A75-FF5147525212}" type="presParOf" srcId="{0622D54B-05F5-4B77-B5F9-4A69F9E2017B}" destId="{3EB9F164-91A8-42A0-B0EA-99839C083762}" srcOrd="0" destOrd="0" presId="urn:microsoft.com/office/officeart/2018/2/layout/IconVerticalSolidList"/>
    <dgm:cxn modelId="{64FC2C21-CACE-48AC-91BF-9369E7D1DEE6}" type="presParOf" srcId="{0622D54B-05F5-4B77-B5F9-4A69F9E2017B}" destId="{2EA5DA2A-0758-4A87-8608-C15C84ED1102}" srcOrd="1" destOrd="0" presId="urn:microsoft.com/office/officeart/2018/2/layout/IconVerticalSolidList"/>
    <dgm:cxn modelId="{17E38695-0E1E-495C-BBF2-96681AA7E992}" type="presParOf" srcId="{0622D54B-05F5-4B77-B5F9-4A69F9E2017B}" destId="{9A884858-3A0D-45CC-8B76-A81F44AAF2AD}" srcOrd="2" destOrd="0" presId="urn:microsoft.com/office/officeart/2018/2/layout/IconVerticalSolidList"/>
    <dgm:cxn modelId="{1D48A2CE-AAF6-4BE3-B9BD-45FABEB7466B}" type="presParOf" srcId="{0622D54B-05F5-4B77-B5F9-4A69F9E2017B}" destId="{9955613A-2616-488C-B1AC-58B2BFA63F9B}" srcOrd="3" destOrd="0" presId="urn:microsoft.com/office/officeart/2018/2/layout/IconVerticalSolidList"/>
    <dgm:cxn modelId="{853EE66C-D3AF-4C5C-B3F4-631D9A6796E0}" type="presParOf" srcId="{18C5E9B0-CFB7-48C6-B247-B00D2C803FB9}" destId="{7D6777DF-5CBC-41F9-BEBA-2807F31C6C54}" srcOrd="1" destOrd="0" presId="urn:microsoft.com/office/officeart/2018/2/layout/IconVerticalSolidList"/>
    <dgm:cxn modelId="{4C83A45A-10F0-4101-9079-5908C3FD663E}" type="presParOf" srcId="{18C5E9B0-CFB7-48C6-B247-B00D2C803FB9}" destId="{5C2D0029-DA9E-419A-A65B-9A3BF52987EC}" srcOrd="2" destOrd="0" presId="urn:microsoft.com/office/officeart/2018/2/layout/IconVerticalSolidList"/>
    <dgm:cxn modelId="{250EE257-1342-4FF6-8109-93BC6AEB8183}" type="presParOf" srcId="{5C2D0029-DA9E-419A-A65B-9A3BF52987EC}" destId="{48194460-799F-47E4-BCDE-DB07C8FD4279}" srcOrd="0" destOrd="0" presId="urn:microsoft.com/office/officeart/2018/2/layout/IconVerticalSolidList"/>
    <dgm:cxn modelId="{484B8B7D-331B-4391-BCC8-7564343B23C8}" type="presParOf" srcId="{5C2D0029-DA9E-419A-A65B-9A3BF52987EC}" destId="{D8AA8D17-49B4-46E7-BFA0-3AEB9946C225}" srcOrd="1" destOrd="0" presId="urn:microsoft.com/office/officeart/2018/2/layout/IconVerticalSolidList"/>
    <dgm:cxn modelId="{5E721609-7EDF-4E8E-B636-DEB655903846}" type="presParOf" srcId="{5C2D0029-DA9E-419A-A65B-9A3BF52987EC}" destId="{E4AD397F-30A6-41FE-9F4C-9A12A64FC87C}" srcOrd="2" destOrd="0" presId="urn:microsoft.com/office/officeart/2018/2/layout/IconVerticalSolidList"/>
    <dgm:cxn modelId="{B416C3B8-ECDE-4469-86BE-D1BF25303AFD}" type="presParOf" srcId="{5C2D0029-DA9E-419A-A65B-9A3BF52987EC}" destId="{764B636A-808A-4EDA-90A7-80A41F023BF5}" srcOrd="3" destOrd="0" presId="urn:microsoft.com/office/officeart/2018/2/layout/IconVerticalSolidList"/>
    <dgm:cxn modelId="{C33FE85D-17D1-484B-BF65-F4D087E710D8}" type="presParOf" srcId="{18C5E9B0-CFB7-48C6-B247-B00D2C803FB9}" destId="{01F6D8A0-7056-4F74-9A35-B69F08B9FFC8}" srcOrd="3" destOrd="0" presId="urn:microsoft.com/office/officeart/2018/2/layout/IconVerticalSolidList"/>
    <dgm:cxn modelId="{4C3DEC07-FC02-449C-BDF4-23B9FAF7A7AF}" type="presParOf" srcId="{18C5E9B0-CFB7-48C6-B247-B00D2C803FB9}" destId="{B491B286-E508-40D9-AF4D-087FADD096B0}" srcOrd="4" destOrd="0" presId="urn:microsoft.com/office/officeart/2018/2/layout/IconVerticalSolidList"/>
    <dgm:cxn modelId="{50144890-DCAD-4880-AFDC-56EE0640AD56}" type="presParOf" srcId="{B491B286-E508-40D9-AF4D-087FADD096B0}" destId="{A33E3174-B97D-4C71-BC85-06D47A8785F2}" srcOrd="0" destOrd="0" presId="urn:microsoft.com/office/officeart/2018/2/layout/IconVerticalSolidList"/>
    <dgm:cxn modelId="{6A205A5E-ED6C-4DD3-911C-D32D18CDC69A}" type="presParOf" srcId="{B491B286-E508-40D9-AF4D-087FADD096B0}" destId="{1437E866-B64C-42CE-9B23-47CD48B162E9}" srcOrd="1" destOrd="0" presId="urn:microsoft.com/office/officeart/2018/2/layout/IconVerticalSolidList"/>
    <dgm:cxn modelId="{9A35BAD2-C0E8-4BC1-B6AF-828796E93943}" type="presParOf" srcId="{B491B286-E508-40D9-AF4D-087FADD096B0}" destId="{AA2B89E3-682A-4289-9BA7-8909A389C63F}" srcOrd="2" destOrd="0" presId="urn:microsoft.com/office/officeart/2018/2/layout/IconVerticalSolidList"/>
    <dgm:cxn modelId="{2973E94A-86B6-4DEE-AEEF-D502AA52BDAA}" type="presParOf" srcId="{B491B286-E508-40D9-AF4D-087FADD096B0}" destId="{BEE776A9-221C-4C6B-9343-21ABCBA506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3E4D9C-3296-436F-A6B6-00DC8AAEDFF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7D300C-941E-4390-A7FD-F75FDC6C4DE4}">
      <dgm:prSet/>
      <dgm:spPr/>
      <dgm:t>
        <a:bodyPr/>
        <a:lstStyle/>
        <a:p>
          <a:r>
            <a:rPr lang="tr-TR"/>
            <a:t>Literatürde yol planlama algoritmalarının performans analizine yönelik çok sayıda çalışma bulunmaktadır.</a:t>
          </a:r>
          <a:endParaRPr lang="en-US"/>
        </a:p>
      </dgm:t>
    </dgm:pt>
    <dgm:pt modelId="{1A72A0EE-6772-4F18-AE42-0F9D6CE19247}" type="parTrans" cxnId="{79474910-82DE-4B81-A556-979BD95DBF0D}">
      <dgm:prSet/>
      <dgm:spPr/>
      <dgm:t>
        <a:bodyPr/>
        <a:lstStyle/>
        <a:p>
          <a:endParaRPr lang="en-US"/>
        </a:p>
      </dgm:t>
    </dgm:pt>
    <dgm:pt modelId="{241D847D-4D72-4892-BE2A-DC8A9039E018}" type="sibTrans" cxnId="{79474910-82DE-4B81-A556-979BD95DBF0D}">
      <dgm:prSet/>
      <dgm:spPr/>
      <dgm:t>
        <a:bodyPr/>
        <a:lstStyle/>
        <a:p>
          <a:endParaRPr lang="en-US"/>
        </a:p>
      </dgm:t>
    </dgm:pt>
    <dgm:pt modelId="{8A1245F8-CECD-435A-B21E-3AC9EDCF10FF}">
      <dgm:prSet/>
      <dgm:spPr/>
      <dgm:t>
        <a:bodyPr/>
        <a:lstStyle/>
        <a:p>
          <a:r>
            <a:rPr lang="tr-TR"/>
            <a:t>Bu çalışmaların büyük bir kısmı, </a:t>
          </a:r>
          <a:r>
            <a:rPr lang="tr-TR" b="1"/>
            <a:t>A* ve Dijkstra gibi klasik algoritmaların karşılaştırılmasına</a:t>
          </a:r>
          <a:r>
            <a:rPr lang="tr-TR"/>
            <a:t>, bazıları ise </a:t>
          </a:r>
          <a:r>
            <a:rPr lang="tr-TR" b="1"/>
            <a:t>RRT gibi örnekleme tabanlı algoritmaların değerlendirilmesine</a:t>
          </a:r>
          <a:r>
            <a:rPr lang="tr-TR"/>
            <a:t> odaklanmaktadır.</a:t>
          </a:r>
          <a:endParaRPr lang="en-US"/>
        </a:p>
      </dgm:t>
    </dgm:pt>
    <dgm:pt modelId="{FD930B96-3FCF-4C50-B5AF-EC3DFE960773}" type="parTrans" cxnId="{81D56481-9124-40D0-A155-79389DFAC1DF}">
      <dgm:prSet/>
      <dgm:spPr/>
      <dgm:t>
        <a:bodyPr/>
        <a:lstStyle/>
        <a:p>
          <a:endParaRPr lang="en-US"/>
        </a:p>
      </dgm:t>
    </dgm:pt>
    <dgm:pt modelId="{F02BAA55-9E29-4467-8D68-3D6BE6D024B0}" type="sibTrans" cxnId="{81D56481-9124-40D0-A155-79389DFAC1DF}">
      <dgm:prSet/>
      <dgm:spPr/>
      <dgm:t>
        <a:bodyPr/>
        <a:lstStyle/>
        <a:p>
          <a:endParaRPr lang="en-US"/>
        </a:p>
      </dgm:t>
    </dgm:pt>
    <dgm:pt modelId="{2FE943BB-C97B-4169-98B7-4A94A5182023}">
      <dgm:prSet/>
      <dgm:spPr/>
      <dgm:t>
        <a:bodyPr/>
        <a:lstStyle/>
        <a:p>
          <a:r>
            <a:rPr lang="tr-TR"/>
            <a:t>Ayrıca Türkçe literatürde, </a:t>
          </a:r>
          <a:r>
            <a:rPr lang="tr-TR" b="1"/>
            <a:t>simülasyon ortamlarında gerçekleştirilen karşılaştırmalı analizler</a:t>
          </a:r>
          <a:r>
            <a:rPr lang="tr-TR"/>
            <a:t>, yol uzunluğu ve hesaplama süresi gibi metrikler üzerinden yapılmaktadır.</a:t>
          </a:r>
          <a:endParaRPr lang="en-US"/>
        </a:p>
      </dgm:t>
    </dgm:pt>
    <dgm:pt modelId="{40ED9C3E-4F95-4331-8633-C0C2F6A8BB3D}" type="parTrans" cxnId="{2685BEB7-1372-4290-9486-D68B70191B6F}">
      <dgm:prSet/>
      <dgm:spPr/>
      <dgm:t>
        <a:bodyPr/>
        <a:lstStyle/>
        <a:p>
          <a:endParaRPr lang="en-US"/>
        </a:p>
      </dgm:t>
    </dgm:pt>
    <dgm:pt modelId="{8FE6EC98-0B0B-476B-BF0D-7DCBC361CE7E}" type="sibTrans" cxnId="{2685BEB7-1372-4290-9486-D68B70191B6F}">
      <dgm:prSet/>
      <dgm:spPr/>
      <dgm:t>
        <a:bodyPr/>
        <a:lstStyle/>
        <a:p>
          <a:endParaRPr lang="en-US"/>
        </a:p>
      </dgm:t>
    </dgm:pt>
    <dgm:pt modelId="{43BCE8D8-2AD7-481F-8A67-9F5E645C7E48}">
      <dgm:prSet/>
      <dgm:spPr/>
      <dgm:t>
        <a:bodyPr/>
        <a:lstStyle/>
        <a:p>
          <a:r>
            <a:rPr lang="tr-TR"/>
            <a:t>Bu sunumda, literatürde yer alan </a:t>
          </a:r>
          <a:r>
            <a:rPr lang="tr-TR" b="1"/>
            <a:t>Türkçe karşılaştırmalı çalışmalar</a:t>
          </a:r>
          <a:r>
            <a:rPr lang="tr-TR"/>
            <a:t> temel alınmıştır.</a:t>
          </a:r>
          <a:endParaRPr lang="en-US"/>
        </a:p>
      </dgm:t>
    </dgm:pt>
    <dgm:pt modelId="{330E9652-8DC2-423D-8571-3FA0813034FB}" type="parTrans" cxnId="{F65323E5-C689-42AB-808A-05BE43C33D64}">
      <dgm:prSet/>
      <dgm:spPr/>
      <dgm:t>
        <a:bodyPr/>
        <a:lstStyle/>
        <a:p>
          <a:endParaRPr lang="en-US"/>
        </a:p>
      </dgm:t>
    </dgm:pt>
    <dgm:pt modelId="{91A30A7B-4094-4A20-8918-51CFD9D5E48C}" type="sibTrans" cxnId="{F65323E5-C689-42AB-808A-05BE43C33D64}">
      <dgm:prSet/>
      <dgm:spPr/>
      <dgm:t>
        <a:bodyPr/>
        <a:lstStyle/>
        <a:p>
          <a:endParaRPr lang="en-US"/>
        </a:p>
      </dgm:t>
    </dgm:pt>
    <dgm:pt modelId="{D92BA59D-26E9-40E3-89A8-BF2DFD59339C}" type="pres">
      <dgm:prSet presAssocID="{C53E4D9C-3296-436F-A6B6-00DC8AAEDFFD}" presName="outerComposite" presStyleCnt="0">
        <dgm:presLayoutVars>
          <dgm:chMax val="5"/>
          <dgm:dir/>
          <dgm:resizeHandles val="exact"/>
        </dgm:presLayoutVars>
      </dgm:prSet>
      <dgm:spPr/>
    </dgm:pt>
    <dgm:pt modelId="{C74C2FFB-73C7-43CF-9A1B-F27A0432651F}" type="pres">
      <dgm:prSet presAssocID="{C53E4D9C-3296-436F-A6B6-00DC8AAEDFFD}" presName="dummyMaxCanvas" presStyleCnt="0">
        <dgm:presLayoutVars/>
      </dgm:prSet>
      <dgm:spPr/>
    </dgm:pt>
    <dgm:pt modelId="{D1ADBD1D-AEF4-4A4C-9702-7CB58B6AD327}" type="pres">
      <dgm:prSet presAssocID="{C53E4D9C-3296-436F-A6B6-00DC8AAEDFFD}" presName="FourNodes_1" presStyleLbl="node1" presStyleIdx="0" presStyleCnt="4">
        <dgm:presLayoutVars>
          <dgm:bulletEnabled val="1"/>
        </dgm:presLayoutVars>
      </dgm:prSet>
      <dgm:spPr/>
    </dgm:pt>
    <dgm:pt modelId="{6854CD2B-6AED-48AC-B0A5-616F9E4D5A9F}" type="pres">
      <dgm:prSet presAssocID="{C53E4D9C-3296-436F-A6B6-00DC8AAEDFFD}" presName="FourNodes_2" presStyleLbl="node1" presStyleIdx="1" presStyleCnt="4">
        <dgm:presLayoutVars>
          <dgm:bulletEnabled val="1"/>
        </dgm:presLayoutVars>
      </dgm:prSet>
      <dgm:spPr/>
    </dgm:pt>
    <dgm:pt modelId="{8F362FA2-0D52-4C02-9719-82C2CEB643D7}" type="pres">
      <dgm:prSet presAssocID="{C53E4D9C-3296-436F-A6B6-00DC8AAEDFFD}" presName="FourNodes_3" presStyleLbl="node1" presStyleIdx="2" presStyleCnt="4">
        <dgm:presLayoutVars>
          <dgm:bulletEnabled val="1"/>
        </dgm:presLayoutVars>
      </dgm:prSet>
      <dgm:spPr/>
    </dgm:pt>
    <dgm:pt modelId="{3723E368-D0A3-4D29-BE62-68708EB95BD0}" type="pres">
      <dgm:prSet presAssocID="{C53E4D9C-3296-436F-A6B6-00DC8AAEDFFD}" presName="FourNodes_4" presStyleLbl="node1" presStyleIdx="3" presStyleCnt="4">
        <dgm:presLayoutVars>
          <dgm:bulletEnabled val="1"/>
        </dgm:presLayoutVars>
      </dgm:prSet>
      <dgm:spPr/>
    </dgm:pt>
    <dgm:pt modelId="{A055D617-8124-4441-9CBA-C2B23142C2F1}" type="pres">
      <dgm:prSet presAssocID="{C53E4D9C-3296-436F-A6B6-00DC8AAEDFFD}" presName="FourConn_1-2" presStyleLbl="fgAccFollowNode1" presStyleIdx="0" presStyleCnt="3">
        <dgm:presLayoutVars>
          <dgm:bulletEnabled val="1"/>
        </dgm:presLayoutVars>
      </dgm:prSet>
      <dgm:spPr/>
    </dgm:pt>
    <dgm:pt modelId="{F30AD338-4F2F-4B37-BD22-E03689A39AFF}" type="pres">
      <dgm:prSet presAssocID="{C53E4D9C-3296-436F-A6B6-00DC8AAEDFFD}" presName="FourConn_2-3" presStyleLbl="fgAccFollowNode1" presStyleIdx="1" presStyleCnt="3">
        <dgm:presLayoutVars>
          <dgm:bulletEnabled val="1"/>
        </dgm:presLayoutVars>
      </dgm:prSet>
      <dgm:spPr/>
    </dgm:pt>
    <dgm:pt modelId="{8CF76935-F07E-436F-B004-EE1C07DC420B}" type="pres">
      <dgm:prSet presAssocID="{C53E4D9C-3296-436F-A6B6-00DC8AAEDFFD}" presName="FourConn_3-4" presStyleLbl="fgAccFollowNode1" presStyleIdx="2" presStyleCnt="3">
        <dgm:presLayoutVars>
          <dgm:bulletEnabled val="1"/>
        </dgm:presLayoutVars>
      </dgm:prSet>
      <dgm:spPr/>
    </dgm:pt>
    <dgm:pt modelId="{17065E79-5617-40DA-AA56-A5FF2FA89D50}" type="pres">
      <dgm:prSet presAssocID="{C53E4D9C-3296-436F-A6B6-00DC8AAEDFFD}" presName="FourNodes_1_text" presStyleLbl="node1" presStyleIdx="3" presStyleCnt="4">
        <dgm:presLayoutVars>
          <dgm:bulletEnabled val="1"/>
        </dgm:presLayoutVars>
      </dgm:prSet>
      <dgm:spPr/>
    </dgm:pt>
    <dgm:pt modelId="{3A5DAD1D-FC4A-4AF6-912B-4F1C04594B08}" type="pres">
      <dgm:prSet presAssocID="{C53E4D9C-3296-436F-A6B6-00DC8AAEDFFD}" presName="FourNodes_2_text" presStyleLbl="node1" presStyleIdx="3" presStyleCnt="4">
        <dgm:presLayoutVars>
          <dgm:bulletEnabled val="1"/>
        </dgm:presLayoutVars>
      </dgm:prSet>
      <dgm:spPr/>
    </dgm:pt>
    <dgm:pt modelId="{18FC2B95-00BC-4DCE-A181-5E4FDB374C44}" type="pres">
      <dgm:prSet presAssocID="{C53E4D9C-3296-436F-A6B6-00DC8AAEDFFD}" presName="FourNodes_3_text" presStyleLbl="node1" presStyleIdx="3" presStyleCnt="4">
        <dgm:presLayoutVars>
          <dgm:bulletEnabled val="1"/>
        </dgm:presLayoutVars>
      </dgm:prSet>
      <dgm:spPr/>
    </dgm:pt>
    <dgm:pt modelId="{47DD6AF5-8DF5-46DC-B2D8-A6EFED5B93C7}" type="pres">
      <dgm:prSet presAssocID="{C53E4D9C-3296-436F-A6B6-00DC8AAEDFF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14F1E03-3C2C-42ED-A50A-C37AE9D02514}" type="presOf" srcId="{43BCE8D8-2AD7-481F-8A67-9F5E645C7E48}" destId="{3723E368-D0A3-4D29-BE62-68708EB95BD0}" srcOrd="0" destOrd="0" presId="urn:microsoft.com/office/officeart/2005/8/layout/vProcess5"/>
    <dgm:cxn modelId="{572E3404-6BDE-4E7F-9B1B-63B022E89553}" type="presOf" srcId="{C77D300C-941E-4390-A7FD-F75FDC6C4DE4}" destId="{D1ADBD1D-AEF4-4A4C-9702-7CB58B6AD327}" srcOrd="0" destOrd="0" presId="urn:microsoft.com/office/officeart/2005/8/layout/vProcess5"/>
    <dgm:cxn modelId="{79474910-82DE-4B81-A556-979BD95DBF0D}" srcId="{C53E4D9C-3296-436F-A6B6-00DC8AAEDFFD}" destId="{C77D300C-941E-4390-A7FD-F75FDC6C4DE4}" srcOrd="0" destOrd="0" parTransId="{1A72A0EE-6772-4F18-AE42-0F9D6CE19247}" sibTransId="{241D847D-4D72-4892-BE2A-DC8A9039E018}"/>
    <dgm:cxn modelId="{30446512-304B-4738-A540-A78990A11E99}" type="presOf" srcId="{C77D300C-941E-4390-A7FD-F75FDC6C4DE4}" destId="{17065E79-5617-40DA-AA56-A5FF2FA89D50}" srcOrd="1" destOrd="0" presId="urn:microsoft.com/office/officeart/2005/8/layout/vProcess5"/>
    <dgm:cxn modelId="{2F15BA13-B4FE-413B-82CA-A7B41F8DB180}" type="presOf" srcId="{2FE943BB-C97B-4169-98B7-4A94A5182023}" destId="{8F362FA2-0D52-4C02-9719-82C2CEB643D7}" srcOrd="0" destOrd="0" presId="urn:microsoft.com/office/officeart/2005/8/layout/vProcess5"/>
    <dgm:cxn modelId="{D809B91F-C896-4FEC-AEBF-2DFA40518408}" type="presOf" srcId="{2FE943BB-C97B-4169-98B7-4A94A5182023}" destId="{18FC2B95-00BC-4DCE-A181-5E4FDB374C44}" srcOrd="1" destOrd="0" presId="urn:microsoft.com/office/officeart/2005/8/layout/vProcess5"/>
    <dgm:cxn modelId="{720D0954-9E84-44BC-BE70-5A498E8C2133}" type="presOf" srcId="{241D847D-4D72-4892-BE2A-DC8A9039E018}" destId="{A055D617-8124-4441-9CBA-C2B23142C2F1}" srcOrd="0" destOrd="0" presId="urn:microsoft.com/office/officeart/2005/8/layout/vProcess5"/>
    <dgm:cxn modelId="{81D56481-9124-40D0-A155-79389DFAC1DF}" srcId="{C53E4D9C-3296-436F-A6B6-00DC8AAEDFFD}" destId="{8A1245F8-CECD-435A-B21E-3AC9EDCF10FF}" srcOrd="1" destOrd="0" parTransId="{FD930B96-3FCF-4C50-B5AF-EC3DFE960773}" sibTransId="{F02BAA55-9E29-4467-8D68-3D6BE6D024B0}"/>
    <dgm:cxn modelId="{391D799B-46BF-4F95-9CCB-371461616C3F}" type="presOf" srcId="{F02BAA55-9E29-4467-8D68-3D6BE6D024B0}" destId="{F30AD338-4F2F-4B37-BD22-E03689A39AFF}" srcOrd="0" destOrd="0" presId="urn:microsoft.com/office/officeart/2005/8/layout/vProcess5"/>
    <dgm:cxn modelId="{2685BEB7-1372-4290-9486-D68B70191B6F}" srcId="{C53E4D9C-3296-436F-A6B6-00DC8AAEDFFD}" destId="{2FE943BB-C97B-4169-98B7-4A94A5182023}" srcOrd="2" destOrd="0" parTransId="{40ED9C3E-4F95-4331-8633-C0C2F6A8BB3D}" sibTransId="{8FE6EC98-0B0B-476B-BF0D-7DCBC361CE7E}"/>
    <dgm:cxn modelId="{CF251DC1-990D-4B57-A442-1806F15DBB73}" type="presOf" srcId="{8A1245F8-CECD-435A-B21E-3AC9EDCF10FF}" destId="{3A5DAD1D-FC4A-4AF6-912B-4F1C04594B08}" srcOrd="1" destOrd="0" presId="urn:microsoft.com/office/officeart/2005/8/layout/vProcess5"/>
    <dgm:cxn modelId="{6AD84CCB-CE90-45D3-B32C-7B23D7D880EF}" type="presOf" srcId="{8A1245F8-CECD-435A-B21E-3AC9EDCF10FF}" destId="{6854CD2B-6AED-48AC-B0A5-616F9E4D5A9F}" srcOrd="0" destOrd="0" presId="urn:microsoft.com/office/officeart/2005/8/layout/vProcess5"/>
    <dgm:cxn modelId="{C28C15CF-7185-462E-A2AD-E214F91D606C}" type="presOf" srcId="{8FE6EC98-0B0B-476B-BF0D-7DCBC361CE7E}" destId="{8CF76935-F07E-436F-B004-EE1C07DC420B}" srcOrd="0" destOrd="0" presId="urn:microsoft.com/office/officeart/2005/8/layout/vProcess5"/>
    <dgm:cxn modelId="{F65323E5-C689-42AB-808A-05BE43C33D64}" srcId="{C53E4D9C-3296-436F-A6B6-00DC8AAEDFFD}" destId="{43BCE8D8-2AD7-481F-8A67-9F5E645C7E48}" srcOrd="3" destOrd="0" parTransId="{330E9652-8DC2-423D-8571-3FA0813034FB}" sibTransId="{91A30A7B-4094-4A20-8918-51CFD9D5E48C}"/>
    <dgm:cxn modelId="{E7AF7DEB-8240-42D0-A662-A563C52A977F}" type="presOf" srcId="{C53E4D9C-3296-436F-A6B6-00DC8AAEDFFD}" destId="{D92BA59D-26E9-40E3-89A8-BF2DFD59339C}" srcOrd="0" destOrd="0" presId="urn:microsoft.com/office/officeart/2005/8/layout/vProcess5"/>
    <dgm:cxn modelId="{F70F7CFC-6942-40E6-9FE7-711E226E48B8}" type="presOf" srcId="{43BCE8D8-2AD7-481F-8A67-9F5E645C7E48}" destId="{47DD6AF5-8DF5-46DC-B2D8-A6EFED5B93C7}" srcOrd="1" destOrd="0" presId="urn:microsoft.com/office/officeart/2005/8/layout/vProcess5"/>
    <dgm:cxn modelId="{393FA082-5FBE-4C29-9AC0-79EE54E03262}" type="presParOf" srcId="{D92BA59D-26E9-40E3-89A8-BF2DFD59339C}" destId="{C74C2FFB-73C7-43CF-9A1B-F27A0432651F}" srcOrd="0" destOrd="0" presId="urn:microsoft.com/office/officeart/2005/8/layout/vProcess5"/>
    <dgm:cxn modelId="{71E5E1B0-24D8-4823-9250-2245E2416705}" type="presParOf" srcId="{D92BA59D-26E9-40E3-89A8-BF2DFD59339C}" destId="{D1ADBD1D-AEF4-4A4C-9702-7CB58B6AD327}" srcOrd="1" destOrd="0" presId="urn:microsoft.com/office/officeart/2005/8/layout/vProcess5"/>
    <dgm:cxn modelId="{58F82BC3-0206-4343-89A7-B3E4580DCA60}" type="presParOf" srcId="{D92BA59D-26E9-40E3-89A8-BF2DFD59339C}" destId="{6854CD2B-6AED-48AC-B0A5-616F9E4D5A9F}" srcOrd="2" destOrd="0" presId="urn:microsoft.com/office/officeart/2005/8/layout/vProcess5"/>
    <dgm:cxn modelId="{E57307DB-3BF3-40D3-AC95-5FC6C34B0357}" type="presParOf" srcId="{D92BA59D-26E9-40E3-89A8-BF2DFD59339C}" destId="{8F362FA2-0D52-4C02-9719-82C2CEB643D7}" srcOrd="3" destOrd="0" presId="urn:microsoft.com/office/officeart/2005/8/layout/vProcess5"/>
    <dgm:cxn modelId="{59C6976D-AFAD-4F4D-8ACD-8FA97B79F217}" type="presParOf" srcId="{D92BA59D-26E9-40E3-89A8-BF2DFD59339C}" destId="{3723E368-D0A3-4D29-BE62-68708EB95BD0}" srcOrd="4" destOrd="0" presId="urn:microsoft.com/office/officeart/2005/8/layout/vProcess5"/>
    <dgm:cxn modelId="{AD6996A9-B423-4F49-8372-F57DF8F7F543}" type="presParOf" srcId="{D92BA59D-26E9-40E3-89A8-BF2DFD59339C}" destId="{A055D617-8124-4441-9CBA-C2B23142C2F1}" srcOrd="5" destOrd="0" presId="urn:microsoft.com/office/officeart/2005/8/layout/vProcess5"/>
    <dgm:cxn modelId="{C1DB62AD-91F4-4F1F-A4ED-A0746A88BC8C}" type="presParOf" srcId="{D92BA59D-26E9-40E3-89A8-BF2DFD59339C}" destId="{F30AD338-4F2F-4B37-BD22-E03689A39AFF}" srcOrd="6" destOrd="0" presId="urn:microsoft.com/office/officeart/2005/8/layout/vProcess5"/>
    <dgm:cxn modelId="{CA31AE8C-2E45-4544-B26D-D8FCDA0133FC}" type="presParOf" srcId="{D92BA59D-26E9-40E3-89A8-BF2DFD59339C}" destId="{8CF76935-F07E-436F-B004-EE1C07DC420B}" srcOrd="7" destOrd="0" presId="urn:microsoft.com/office/officeart/2005/8/layout/vProcess5"/>
    <dgm:cxn modelId="{AA2A86D8-F9C7-43D6-BAB5-E5D74521C8A2}" type="presParOf" srcId="{D92BA59D-26E9-40E3-89A8-BF2DFD59339C}" destId="{17065E79-5617-40DA-AA56-A5FF2FA89D50}" srcOrd="8" destOrd="0" presId="urn:microsoft.com/office/officeart/2005/8/layout/vProcess5"/>
    <dgm:cxn modelId="{9D16E5DF-25F3-448E-B9F4-0CE93799AA81}" type="presParOf" srcId="{D92BA59D-26E9-40E3-89A8-BF2DFD59339C}" destId="{3A5DAD1D-FC4A-4AF6-912B-4F1C04594B08}" srcOrd="9" destOrd="0" presId="urn:microsoft.com/office/officeart/2005/8/layout/vProcess5"/>
    <dgm:cxn modelId="{5344BDC8-1850-4656-8906-94751BC934F1}" type="presParOf" srcId="{D92BA59D-26E9-40E3-89A8-BF2DFD59339C}" destId="{18FC2B95-00BC-4DCE-A181-5E4FDB374C44}" srcOrd="10" destOrd="0" presId="urn:microsoft.com/office/officeart/2005/8/layout/vProcess5"/>
    <dgm:cxn modelId="{32F9A8A0-CDAF-47C5-8932-F9781B06BDB3}" type="presParOf" srcId="{D92BA59D-26E9-40E3-89A8-BF2DFD59339C}" destId="{47DD6AF5-8DF5-46DC-B2D8-A6EFED5B93C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D5426E-1F3E-4327-BD47-99A4FE16C3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FC93187-635E-4E68-A1BB-9CDD5FECE6AA}">
      <dgm:prSet/>
      <dgm:spPr/>
      <dgm:t>
        <a:bodyPr/>
        <a:lstStyle/>
        <a:p>
          <a:r>
            <a:rPr lang="tr-TR"/>
            <a:t>Bu çalışmanın temel katkısı, farklı yol planlama algoritmalarının </a:t>
          </a:r>
          <a:r>
            <a:rPr lang="tr-TR" b="1"/>
            <a:t>aynı koşullar altında değerlendirilerek</a:t>
          </a:r>
          <a:r>
            <a:rPr lang="tr-TR"/>
            <a:t> performans farklarının açık ve karşılaştırılabilir şekilde ortaya konulmasıdır.</a:t>
          </a:r>
          <a:endParaRPr lang="en-US"/>
        </a:p>
      </dgm:t>
    </dgm:pt>
    <dgm:pt modelId="{728F7395-A821-4C2C-BC26-514E62B35EAE}" type="parTrans" cxnId="{624CEB15-4FC7-455A-B3D1-C2DDEFBD59DE}">
      <dgm:prSet/>
      <dgm:spPr/>
      <dgm:t>
        <a:bodyPr/>
        <a:lstStyle/>
        <a:p>
          <a:endParaRPr lang="en-US"/>
        </a:p>
      </dgm:t>
    </dgm:pt>
    <dgm:pt modelId="{F25BEF1F-5713-434F-86CE-8363623EE57B}" type="sibTrans" cxnId="{624CEB15-4FC7-455A-B3D1-C2DDEFBD59DE}">
      <dgm:prSet/>
      <dgm:spPr/>
      <dgm:t>
        <a:bodyPr/>
        <a:lstStyle/>
        <a:p>
          <a:endParaRPr lang="en-US"/>
        </a:p>
      </dgm:t>
    </dgm:pt>
    <dgm:pt modelId="{9DA88923-7171-4F31-98BA-68EA575D55E4}">
      <dgm:prSet/>
      <dgm:spPr/>
      <dgm:t>
        <a:bodyPr/>
        <a:lstStyle/>
        <a:p>
          <a:r>
            <a:rPr lang="tr-TR"/>
            <a:t>Ayrıca çalışma, </a:t>
          </a:r>
          <a:r>
            <a:rPr lang="tr-TR" b="1"/>
            <a:t>Türkçe literatürde benchmarking odaklı çalışmaların derlenmesi ve özetlenmesi</a:t>
          </a:r>
          <a:r>
            <a:rPr lang="tr-TR"/>
            <a:t> açısından bir referans niteliği taşımaktadır.</a:t>
          </a:r>
          <a:endParaRPr lang="en-US"/>
        </a:p>
      </dgm:t>
    </dgm:pt>
    <dgm:pt modelId="{58065AAC-D9A4-4C64-A718-96C6343DEC21}" type="parTrans" cxnId="{189B2A2B-4A53-4513-A728-6BD0DEBD1A15}">
      <dgm:prSet/>
      <dgm:spPr/>
      <dgm:t>
        <a:bodyPr/>
        <a:lstStyle/>
        <a:p>
          <a:endParaRPr lang="en-US"/>
        </a:p>
      </dgm:t>
    </dgm:pt>
    <dgm:pt modelId="{DC539A95-B41D-4F47-9399-552439FA2AB1}" type="sibTrans" cxnId="{189B2A2B-4A53-4513-A728-6BD0DEBD1A15}">
      <dgm:prSet/>
      <dgm:spPr/>
      <dgm:t>
        <a:bodyPr/>
        <a:lstStyle/>
        <a:p>
          <a:endParaRPr lang="en-US"/>
        </a:p>
      </dgm:t>
    </dgm:pt>
    <dgm:pt modelId="{C9814384-33C5-409C-8588-5A0FFAB6DCE3}">
      <dgm:prSet/>
      <dgm:spPr/>
      <dgm:t>
        <a:bodyPr/>
        <a:lstStyle/>
        <a:p>
          <a:r>
            <a:rPr lang="tr-TR"/>
            <a:t>Elde edilen sonuçlar, hangi algoritmanın hangi koşullarda daha uygun olduğunu göstermesi açısından </a:t>
          </a:r>
          <a:r>
            <a:rPr lang="tr-TR" b="1"/>
            <a:t>gelecek çalışmalar ve uygulamalar için yol gösterici</a:t>
          </a:r>
          <a:r>
            <a:rPr lang="tr-TR"/>
            <a:t> olmayı hedeflemektedir.</a:t>
          </a:r>
          <a:endParaRPr lang="en-US"/>
        </a:p>
      </dgm:t>
    </dgm:pt>
    <dgm:pt modelId="{9989F5FB-0487-4A2F-9F4D-0BFC48905DD8}" type="parTrans" cxnId="{A1C10FF1-3915-4DC7-AB7E-5333832657DA}">
      <dgm:prSet/>
      <dgm:spPr/>
      <dgm:t>
        <a:bodyPr/>
        <a:lstStyle/>
        <a:p>
          <a:endParaRPr lang="en-US"/>
        </a:p>
      </dgm:t>
    </dgm:pt>
    <dgm:pt modelId="{E989B88E-4DDD-40D6-B1F8-EC5CCE02A55A}" type="sibTrans" cxnId="{A1C10FF1-3915-4DC7-AB7E-5333832657DA}">
      <dgm:prSet/>
      <dgm:spPr/>
      <dgm:t>
        <a:bodyPr/>
        <a:lstStyle/>
        <a:p>
          <a:endParaRPr lang="en-US"/>
        </a:p>
      </dgm:t>
    </dgm:pt>
    <dgm:pt modelId="{6BE74591-F631-4A3E-8DC0-BE27FEE4D7E2}" type="pres">
      <dgm:prSet presAssocID="{4CD5426E-1F3E-4327-BD47-99A4FE16C383}" presName="root" presStyleCnt="0">
        <dgm:presLayoutVars>
          <dgm:dir/>
          <dgm:resizeHandles val="exact"/>
        </dgm:presLayoutVars>
      </dgm:prSet>
      <dgm:spPr/>
    </dgm:pt>
    <dgm:pt modelId="{62E1F4B7-9CA5-4226-809F-D089D44061C3}" type="pres">
      <dgm:prSet presAssocID="{0FC93187-635E-4E68-A1BB-9CDD5FECE6AA}" presName="compNode" presStyleCnt="0"/>
      <dgm:spPr/>
    </dgm:pt>
    <dgm:pt modelId="{629BA7A0-102C-4ACB-83D3-CD3B51DDB572}" type="pres">
      <dgm:prSet presAssocID="{0FC93187-635E-4E68-A1BB-9CDD5FECE6AA}" presName="bgRect" presStyleLbl="bgShp" presStyleIdx="0" presStyleCnt="3"/>
      <dgm:spPr/>
    </dgm:pt>
    <dgm:pt modelId="{992E61E3-F820-4319-8BEF-F347BA5E9FB7}" type="pres">
      <dgm:prSet presAssocID="{0FC93187-635E-4E68-A1BB-9CDD5FECE6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8E8BCA1A-6A6A-4A08-BFC3-E34ED55D0433}" type="pres">
      <dgm:prSet presAssocID="{0FC93187-635E-4E68-A1BB-9CDD5FECE6AA}" presName="spaceRect" presStyleCnt="0"/>
      <dgm:spPr/>
    </dgm:pt>
    <dgm:pt modelId="{7D9FB828-B853-4A33-9B07-AE57EE0D829E}" type="pres">
      <dgm:prSet presAssocID="{0FC93187-635E-4E68-A1BB-9CDD5FECE6AA}" presName="parTx" presStyleLbl="revTx" presStyleIdx="0" presStyleCnt="3">
        <dgm:presLayoutVars>
          <dgm:chMax val="0"/>
          <dgm:chPref val="0"/>
        </dgm:presLayoutVars>
      </dgm:prSet>
      <dgm:spPr/>
    </dgm:pt>
    <dgm:pt modelId="{722D9197-AADD-4E3F-ABEA-2FB097D54A23}" type="pres">
      <dgm:prSet presAssocID="{F25BEF1F-5713-434F-86CE-8363623EE57B}" presName="sibTrans" presStyleCnt="0"/>
      <dgm:spPr/>
    </dgm:pt>
    <dgm:pt modelId="{53FF8A28-15A4-41C4-BE2A-B8055674E6A1}" type="pres">
      <dgm:prSet presAssocID="{9DA88923-7171-4F31-98BA-68EA575D55E4}" presName="compNode" presStyleCnt="0"/>
      <dgm:spPr/>
    </dgm:pt>
    <dgm:pt modelId="{CB44474E-FBD0-4F3E-A0CF-CC8F90FD292F}" type="pres">
      <dgm:prSet presAssocID="{9DA88923-7171-4F31-98BA-68EA575D55E4}" presName="bgRect" presStyleLbl="bgShp" presStyleIdx="1" presStyleCnt="3"/>
      <dgm:spPr/>
    </dgm:pt>
    <dgm:pt modelId="{72308A21-3223-45EB-A7A6-D83CD9FB5838}" type="pres">
      <dgm:prSet presAssocID="{9DA88923-7171-4F31-98BA-68EA575D55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taplar"/>
        </a:ext>
      </dgm:extLst>
    </dgm:pt>
    <dgm:pt modelId="{FA9E3EF6-1E45-46CA-8D5D-C2F4D4511FF3}" type="pres">
      <dgm:prSet presAssocID="{9DA88923-7171-4F31-98BA-68EA575D55E4}" presName="spaceRect" presStyleCnt="0"/>
      <dgm:spPr/>
    </dgm:pt>
    <dgm:pt modelId="{88B1080C-C356-4A83-BEE8-EF18CB82D43F}" type="pres">
      <dgm:prSet presAssocID="{9DA88923-7171-4F31-98BA-68EA575D55E4}" presName="parTx" presStyleLbl="revTx" presStyleIdx="1" presStyleCnt="3">
        <dgm:presLayoutVars>
          <dgm:chMax val="0"/>
          <dgm:chPref val="0"/>
        </dgm:presLayoutVars>
      </dgm:prSet>
      <dgm:spPr/>
    </dgm:pt>
    <dgm:pt modelId="{64FA3573-00D9-4CF9-A3C3-891FF91B129D}" type="pres">
      <dgm:prSet presAssocID="{DC539A95-B41D-4F47-9399-552439FA2AB1}" presName="sibTrans" presStyleCnt="0"/>
      <dgm:spPr/>
    </dgm:pt>
    <dgm:pt modelId="{3885765E-27AA-4C4E-A351-8687929440A7}" type="pres">
      <dgm:prSet presAssocID="{C9814384-33C5-409C-8588-5A0FFAB6DCE3}" presName="compNode" presStyleCnt="0"/>
      <dgm:spPr/>
    </dgm:pt>
    <dgm:pt modelId="{D0504CEE-CFC4-4D42-BEA7-1AD3C787B71C}" type="pres">
      <dgm:prSet presAssocID="{C9814384-33C5-409C-8588-5A0FFAB6DCE3}" presName="bgRect" presStyleLbl="bgShp" presStyleIdx="2" presStyleCnt="3"/>
      <dgm:spPr/>
    </dgm:pt>
    <dgm:pt modelId="{900366EA-C408-495B-B145-B0EFC42E1E2A}" type="pres">
      <dgm:prSet presAssocID="{C9814384-33C5-409C-8588-5A0FFAB6DC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 merkezi"/>
        </a:ext>
      </dgm:extLst>
    </dgm:pt>
    <dgm:pt modelId="{CAF401BE-2E4A-494E-837A-1C5873EAD7C5}" type="pres">
      <dgm:prSet presAssocID="{C9814384-33C5-409C-8588-5A0FFAB6DCE3}" presName="spaceRect" presStyleCnt="0"/>
      <dgm:spPr/>
    </dgm:pt>
    <dgm:pt modelId="{E6026A27-EF8A-434A-BEB2-2A92FF6C4F47}" type="pres">
      <dgm:prSet presAssocID="{C9814384-33C5-409C-8588-5A0FFAB6DC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3920409-3E4B-48BC-8099-C890DA51E050}" type="presOf" srcId="{4CD5426E-1F3E-4327-BD47-99A4FE16C383}" destId="{6BE74591-F631-4A3E-8DC0-BE27FEE4D7E2}" srcOrd="0" destOrd="0" presId="urn:microsoft.com/office/officeart/2018/2/layout/IconVerticalSolidList"/>
    <dgm:cxn modelId="{624CEB15-4FC7-455A-B3D1-C2DDEFBD59DE}" srcId="{4CD5426E-1F3E-4327-BD47-99A4FE16C383}" destId="{0FC93187-635E-4E68-A1BB-9CDD5FECE6AA}" srcOrd="0" destOrd="0" parTransId="{728F7395-A821-4C2C-BC26-514E62B35EAE}" sibTransId="{F25BEF1F-5713-434F-86CE-8363623EE57B}"/>
    <dgm:cxn modelId="{D6C1ED1F-CFDA-4078-A457-B7A1CE49ED45}" type="presOf" srcId="{0FC93187-635E-4E68-A1BB-9CDD5FECE6AA}" destId="{7D9FB828-B853-4A33-9B07-AE57EE0D829E}" srcOrd="0" destOrd="0" presId="urn:microsoft.com/office/officeart/2018/2/layout/IconVerticalSolidList"/>
    <dgm:cxn modelId="{189B2A2B-4A53-4513-A728-6BD0DEBD1A15}" srcId="{4CD5426E-1F3E-4327-BD47-99A4FE16C383}" destId="{9DA88923-7171-4F31-98BA-68EA575D55E4}" srcOrd="1" destOrd="0" parTransId="{58065AAC-D9A4-4C64-A718-96C6343DEC21}" sibTransId="{DC539A95-B41D-4F47-9399-552439FA2AB1}"/>
    <dgm:cxn modelId="{C08F5A4B-D0A4-4201-9207-2B0A72A7A382}" type="presOf" srcId="{C9814384-33C5-409C-8588-5A0FFAB6DCE3}" destId="{E6026A27-EF8A-434A-BEB2-2A92FF6C4F47}" srcOrd="0" destOrd="0" presId="urn:microsoft.com/office/officeart/2018/2/layout/IconVerticalSolidList"/>
    <dgm:cxn modelId="{A5E2DB8E-B168-4C1A-87DE-0B103ADA11EE}" type="presOf" srcId="{9DA88923-7171-4F31-98BA-68EA575D55E4}" destId="{88B1080C-C356-4A83-BEE8-EF18CB82D43F}" srcOrd="0" destOrd="0" presId="urn:microsoft.com/office/officeart/2018/2/layout/IconVerticalSolidList"/>
    <dgm:cxn modelId="{A1C10FF1-3915-4DC7-AB7E-5333832657DA}" srcId="{4CD5426E-1F3E-4327-BD47-99A4FE16C383}" destId="{C9814384-33C5-409C-8588-5A0FFAB6DCE3}" srcOrd="2" destOrd="0" parTransId="{9989F5FB-0487-4A2F-9F4D-0BFC48905DD8}" sibTransId="{E989B88E-4DDD-40D6-B1F8-EC5CCE02A55A}"/>
    <dgm:cxn modelId="{4490399B-0461-47BC-808A-C48A6517D3F9}" type="presParOf" srcId="{6BE74591-F631-4A3E-8DC0-BE27FEE4D7E2}" destId="{62E1F4B7-9CA5-4226-809F-D089D44061C3}" srcOrd="0" destOrd="0" presId="urn:microsoft.com/office/officeart/2018/2/layout/IconVerticalSolidList"/>
    <dgm:cxn modelId="{8E455BAC-F160-4D72-A916-978DA529AD66}" type="presParOf" srcId="{62E1F4B7-9CA5-4226-809F-D089D44061C3}" destId="{629BA7A0-102C-4ACB-83D3-CD3B51DDB572}" srcOrd="0" destOrd="0" presId="urn:microsoft.com/office/officeart/2018/2/layout/IconVerticalSolidList"/>
    <dgm:cxn modelId="{40DE48AF-175A-435B-A3B0-BC6AFC656D07}" type="presParOf" srcId="{62E1F4B7-9CA5-4226-809F-D089D44061C3}" destId="{992E61E3-F820-4319-8BEF-F347BA5E9FB7}" srcOrd="1" destOrd="0" presId="urn:microsoft.com/office/officeart/2018/2/layout/IconVerticalSolidList"/>
    <dgm:cxn modelId="{9CF39C03-AFB7-4092-B046-8ED23678C134}" type="presParOf" srcId="{62E1F4B7-9CA5-4226-809F-D089D44061C3}" destId="{8E8BCA1A-6A6A-4A08-BFC3-E34ED55D0433}" srcOrd="2" destOrd="0" presId="urn:microsoft.com/office/officeart/2018/2/layout/IconVerticalSolidList"/>
    <dgm:cxn modelId="{F1FF28D2-9D11-48F7-8115-415887820E83}" type="presParOf" srcId="{62E1F4B7-9CA5-4226-809F-D089D44061C3}" destId="{7D9FB828-B853-4A33-9B07-AE57EE0D829E}" srcOrd="3" destOrd="0" presId="urn:microsoft.com/office/officeart/2018/2/layout/IconVerticalSolidList"/>
    <dgm:cxn modelId="{C62DAD4A-EFA2-41E1-B0DE-0B5D38F99A1B}" type="presParOf" srcId="{6BE74591-F631-4A3E-8DC0-BE27FEE4D7E2}" destId="{722D9197-AADD-4E3F-ABEA-2FB097D54A23}" srcOrd="1" destOrd="0" presId="urn:microsoft.com/office/officeart/2018/2/layout/IconVerticalSolidList"/>
    <dgm:cxn modelId="{A953C96E-F58A-4F32-8A9D-735DC2D6597C}" type="presParOf" srcId="{6BE74591-F631-4A3E-8DC0-BE27FEE4D7E2}" destId="{53FF8A28-15A4-41C4-BE2A-B8055674E6A1}" srcOrd="2" destOrd="0" presId="urn:microsoft.com/office/officeart/2018/2/layout/IconVerticalSolidList"/>
    <dgm:cxn modelId="{35BFCC2C-112D-4B2C-AB47-4B1694EC88D1}" type="presParOf" srcId="{53FF8A28-15A4-41C4-BE2A-B8055674E6A1}" destId="{CB44474E-FBD0-4F3E-A0CF-CC8F90FD292F}" srcOrd="0" destOrd="0" presId="urn:microsoft.com/office/officeart/2018/2/layout/IconVerticalSolidList"/>
    <dgm:cxn modelId="{3F734A1E-81AD-4CF5-8DF2-34FE8EA3B8EC}" type="presParOf" srcId="{53FF8A28-15A4-41C4-BE2A-B8055674E6A1}" destId="{72308A21-3223-45EB-A7A6-D83CD9FB5838}" srcOrd="1" destOrd="0" presId="urn:microsoft.com/office/officeart/2018/2/layout/IconVerticalSolidList"/>
    <dgm:cxn modelId="{4F7BEF5D-09E9-4CA3-9160-3D66191BC9E1}" type="presParOf" srcId="{53FF8A28-15A4-41C4-BE2A-B8055674E6A1}" destId="{FA9E3EF6-1E45-46CA-8D5D-C2F4D4511FF3}" srcOrd="2" destOrd="0" presId="urn:microsoft.com/office/officeart/2018/2/layout/IconVerticalSolidList"/>
    <dgm:cxn modelId="{AC1EE476-80E9-446D-A8AF-0E557C15659A}" type="presParOf" srcId="{53FF8A28-15A4-41C4-BE2A-B8055674E6A1}" destId="{88B1080C-C356-4A83-BEE8-EF18CB82D43F}" srcOrd="3" destOrd="0" presId="urn:microsoft.com/office/officeart/2018/2/layout/IconVerticalSolidList"/>
    <dgm:cxn modelId="{672FE525-9EF2-48CC-A7C2-9F392B323DC4}" type="presParOf" srcId="{6BE74591-F631-4A3E-8DC0-BE27FEE4D7E2}" destId="{64FA3573-00D9-4CF9-A3C3-891FF91B129D}" srcOrd="3" destOrd="0" presId="urn:microsoft.com/office/officeart/2018/2/layout/IconVerticalSolidList"/>
    <dgm:cxn modelId="{A3F169B4-7D4F-4D52-AAB7-6442F43BD04E}" type="presParOf" srcId="{6BE74591-F631-4A3E-8DC0-BE27FEE4D7E2}" destId="{3885765E-27AA-4C4E-A351-8687929440A7}" srcOrd="4" destOrd="0" presId="urn:microsoft.com/office/officeart/2018/2/layout/IconVerticalSolidList"/>
    <dgm:cxn modelId="{A12B7068-C8AF-4B69-85BC-301B947A3184}" type="presParOf" srcId="{3885765E-27AA-4C4E-A351-8687929440A7}" destId="{D0504CEE-CFC4-4D42-BEA7-1AD3C787B71C}" srcOrd="0" destOrd="0" presId="urn:microsoft.com/office/officeart/2018/2/layout/IconVerticalSolidList"/>
    <dgm:cxn modelId="{880C38DC-92E6-4139-9601-9A05F9DDD9FE}" type="presParOf" srcId="{3885765E-27AA-4C4E-A351-8687929440A7}" destId="{900366EA-C408-495B-B145-B0EFC42E1E2A}" srcOrd="1" destOrd="0" presId="urn:microsoft.com/office/officeart/2018/2/layout/IconVerticalSolidList"/>
    <dgm:cxn modelId="{BE90E2B0-9758-4ACF-A6FC-E4AF465BA892}" type="presParOf" srcId="{3885765E-27AA-4C4E-A351-8687929440A7}" destId="{CAF401BE-2E4A-494E-837A-1C5873EAD7C5}" srcOrd="2" destOrd="0" presId="urn:microsoft.com/office/officeart/2018/2/layout/IconVerticalSolidList"/>
    <dgm:cxn modelId="{4847652A-B973-4FB2-A65B-615FB4A39E18}" type="presParOf" srcId="{3885765E-27AA-4C4E-A351-8687929440A7}" destId="{E6026A27-EF8A-434A-BEB2-2A92FF6C4F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B9F164-91A8-42A0-B0EA-99839C083762}">
      <dsp:nvSpPr>
        <dsp:cNvPr id="0" name=""/>
        <dsp:cNvSpPr/>
      </dsp:nvSpPr>
      <dsp:spPr>
        <a:xfrm>
          <a:off x="0" y="456"/>
          <a:ext cx="10890929" cy="10679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5DA2A-0758-4A87-8608-C15C84ED1102}">
      <dsp:nvSpPr>
        <dsp:cNvPr id="0" name=""/>
        <dsp:cNvSpPr/>
      </dsp:nvSpPr>
      <dsp:spPr>
        <a:xfrm>
          <a:off x="323065" y="240753"/>
          <a:ext cx="587392" cy="58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5613A-2616-488C-B1AC-58B2BFA63F9B}">
      <dsp:nvSpPr>
        <dsp:cNvPr id="0" name=""/>
        <dsp:cNvSpPr/>
      </dsp:nvSpPr>
      <dsp:spPr>
        <a:xfrm>
          <a:off x="1233523" y="456"/>
          <a:ext cx="9657405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Bu çalışmanın konusu, </a:t>
          </a:r>
          <a:r>
            <a:rPr lang="tr-TR" sz="2000" b="1" kern="1200" dirty="0"/>
            <a:t>otonom sistemlerde kullanılan yol planlama (</a:t>
          </a:r>
          <a:r>
            <a:rPr lang="tr-TR" sz="2000" b="1" kern="1200" dirty="0" err="1"/>
            <a:t>path</a:t>
          </a:r>
          <a:r>
            <a:rPr lang="tr-TR" sz="2000" b="1" kern="1200" dirty="0"/>
            <a:t> </a:t>
          </a:r>
          <a:r>
            <a:rPr lang="tr-TR" sz="2000" b="1" kern="1200" dirty="0" err="1"/>
            <a:t>planning</a:t>
          </a:r>
          <a:r>
            <a:rPr lang="tr-TR" sz="2000" b="1" kern="1200" dirty="0"/>
            <a:t>) algoritmalarının performanslarının benchmarking yöntemiyle karşılaştırılmasıdır</a:t>
          </a:r>
          <a:r>
            <a:rPr lang="tr-TR" sz="2000" kern="1200" dirty="0"/>
            <a:t>.</a:t>
          </a:r>
          <a:endParaRPr lang="en-US" sz="2000" kern="1200" dirty="0"/>
        </a:p>
      </dsp:txBody>
      <dsp:txXfrm>
        <a:off x="1233523" y="456"/>
        <a:ext cx="9657405" cy="1067985"/>
      </dsp:txXfrm>
    </dsp:sp>
    <dsp:sp modelId="{48194460-799F-47E4-BCDE-DB07C8FD4279}">
      <dsp:nvSpPr>
        <dsp:cNvPr id="0" name=""/>
        <dsp:cNvSpPr/>
      </dsp:nvSpPr>
      <dsp:spPr>
        <a:xfrm>
          <a:off x="0" y="1335438"/>
          <a:ext cx="10890929" cy="10679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A8D17-49B4-46E7-BFA0-3AEB9946C225}">
      <dsp:nvSpPr>
        <dsp:cNvPr id="0" name=""/>
        <dsp:cNvSpPr/>
      </dsp:nvSpPr>
      <dsp:spPr>
        <a:xfrm>
          <a:off x="323065" y="1575735"/>
          <a:ext cx="587392" cy="58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B636A-808A-4EDA-90A7-80A41F023BF5}">
      <dsp:nvSpPr>
        <dsp:cNvPr id="0" name=""/>
        <dsp:cNvSpPr/>
      </dsp:nvSpPr>
      <dsp:spPr>
        <a:xfrm>
          <a:off x="1233523" y="1335438"/>
          <a:ext cx="9657405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Çalışmanın kapsamında, literatürde yaygın olarak kullanılan </a:t>
          </a:r>
          <a:r>
            <a:rPr lang="tr-TR" sz="2000" b="1" kern="1200" dirty="0"/>
            <a:t>A*, </a:t>
          </a:r>
          <a:r>
            <a:rPr lang="tr-TR" sz="2000" b="1" kern="1200" dirty="0" err="1"/>
            <a:t>Dijkstra</a:t>
          </a:r>
          <a:r>
            <a:rPr lang="tr-TR" sz="2000" b="1" kern="1200" dirty="0"/>
            <a:t>, BFS, DFS</a:t>
          </a:r>
          <a:r>
            <a:rPr lang="tr-TR" sz="2000" b="1" kern="1200" dirty="0">
              <a:latin typeface="Grandview Display"/>
            </a:rPr>
            <a:t>, PSO, PFL</a:t>
          </a:r>
          <a:r>
            <a:rPr lang="tr-TR" sz="2000" b="1" kern="1200" dirty="0"/>
            <a:t> ve RRT</a:t>
          </a:r>
          <a:r>
            <a:rPr lang="tr-TR" sz="2000" kern="1200" dirty="0"/>
            <a:t> gibi yol planlama algoritmaları ele alınmıştır.</a:t>
          </a:r>
          <a:endParaRPr lang="en-US" sz="2000" kern="1200" dirty="0"/>
        </a:p>
      </dsp:txBody>
      <dsp:txXfrm>
        <a:off x="1233523" y="1335438"/>
        <a:ext cx="9657405" cy="1067985"/>
      </dsp:txXfrm>
    </dsp:sp>
    <dsp:sp modelId="{A33E3174-B97D-4C71-BC85-06D47A8785F2}">
      <dsp:nvSpPr>
        <dsp:cNvPr id="0" name=""/>
        <dsp:cNvSpPr/>
      </dsp:nvSpPr>
      <dsp:spPr>
        <a:xfrm>
          <a:off x="0" y="2670420"/>
          <a:ext cx="10890929" cy="10679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7E866-B64C-42CE-9B23-47CD48B162E9}">
      <dsp:nvSpPr>
        <dsp:cNvPr id="0" name=""/>
        <dsp:cNvSpPr/>
      </dsp:nvSpPr>
      <dsp:spPr>
        <a:xfrm>
          <a:off x="323065" y="2910717"/>
          <a:ext cx="587392" cy="58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776A9-221C-4C6B-9343-21ABCBA506AF}">
      <dsp:nvSpPr>
        <dsp:cNvPr id="0" name=""/>
        <dsp:cNvSpPr/>
      </dsp:nvSpPr>
      <dsp:spPr>
        <a:xfrm>
          <a:off x="1233523" y="2670420"/>
          <a:ext cx="9657405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Algoritmalar, </a:t>
          </a:r>
          <a:r>
            <a:rPr lang="tr-TR" sz="2000" b="1" kern="1200" dirty="0"/>
            <a:t>aynı harita ve aynı başlangıç–hedef koşulları altında</a:t>
          </a:r>
          <a:r>
            <a:rPr lang="tr-TR" sz="2000" kern="1200" dirty="0"/>
            <a:t>, </a:t>
          </a:r>
          <a:r>
            <a:rPr lang="tr-TR" sz="2000" b="1" kern="1200" dirty="0"/>
            <a:t>yol uzunluğu</a:t>
          </a:r>
          <a:r>
            <a:rPr lang="tr-TR" sz="2000" kern="1200" dirty="0"/>
            <a:t>, </a:t>
          </a:r>
          <a:r>
            <a:rPr lang="tr-TR" sz="2000" b="1" kern="1200" dirty="0"/>
            <a:t>hesaplama süresi</a:t>
          </a:r>
          <a:r>
            <a:rPr lang="tr-TR" sz="2000" kern="1200" dirty="0"/>
            <a:t> ve </a:t>
          </a:r>
          <a:r>
            <a:rPr lang="tr-TR" sz="2000" b="1" kern="1200" dirty="0"/>
            <a:t>başarı durumu</a:t>
          </a:r>
          <a:r>
            <a:rPr lang="tr-TR" sz="2000" kern="1200" dirty="0"/>
            <a:t> gibi metrikler üzerinden değerlendirilmiştir.</a:t>
          </a:r>
          <a:endParaRPr lang="en-US" sz="2000" kern="1200" dirty="0"/>
        </a:p>
      </dsp:txBody>
      <dsp:txXfrm>
        <a:off x="1233523" y="2670420"/>
        <a:ext cx="9657405" cy="1067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DBD1D-AEF4-4A4C-9702-7CB58B6AD327}">
      <dsp:nvSpPr>
        <dsp:cNvPr id="0" name=""/>
        <dsp:cNvSpPr/>
      </dsp:nvSpPr>
      <dsp:spPr>
        <a:xfrm>
          <a:off x="0" y="0"/>
          <a:ext cx="8712743" cy="8225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Literatürde yol planlama algoritmalarının performans analizine yönelik çok sayıda çalışma bulunmaktadır.</a:t>
          </a:r>
          <a:endParaRPr lang="en-US" sz="1500" kern="1200"/>
        </a:p>
      </dsp:txBody>
      <dsp:txXfrm>
        <a:off x="24092" y="24092"/>
        <a:ext cx="7755641" cy="774365"/>
      </dsp:txXfrm>
    </dsp:sp>
    <dsp:sp modelId="{6854CD2B-6AED-48AC-B0A5-616F9E4D5A9F}">
      <dsp:nvSpPr>
        <dsp:cNvPr id="0" name=""/>
        <dsp:cNvSpPr/>
      </dsp:nvSpPr>
      <dsp:spPr>
        <a:xfrm>
          <a:off x="729692" y="972104"/>
          <a:ext cx="8712743" cy="822549"/>
        </a:xfrm>
        <a:prstGeom prst="roundRect">
          <a:avLst>
            <a:gd name="adj" fmla="val 10000"/>
          </a:avLst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Bu çalışmaların büyük bir kısmı, </a:t>
          </a:r>
          <a:r>
            <a:rPr lang="tr-TR" sz="1500" b="1" kern="1200"/>
            <a:t>A* ve Dijkstra gibi klasik algoritmaların karşılaştırılmasına</a:t>
          </a:r>
          <a:r>
            <a:rPr lang="tr-TR" sz="1500" kern="1200"/>
            <a:t>, bazıları ise </a:t>
          </a:r>
          <a:r>
            <a:rPr lang="tr-TR" sz="1500" b="1" kern="1200"/>
            <a:t>RRT gibi örnekleme tabanlı algoritmaların değerlendirilmesine</a:t>
          </a:r>
          <a:r>
            <a:rPr lang="tr-TR" sz="1500" kern="1200"/>
            <a:t> odaklanmaktadır.</a:t>
          </a:r>
          <a:endParaRPr lang="en-US" sz="1500" kern="1200"/>
        </a:p>
      </dsp:txBody>
      <dsp:txXfrm>
        <a:off x="753784" y="996196"/>
        <a:ext cx="7400209" cy="774365"/>
      </dsp:txXfrm>
    </dsp:sp>
    <dsp:sp modelId="{8F362FA2-0D52-4C02-9719-82C2CEB643D7}">
      <dsp:nvSpPr>
        <dsp:cNvPr id="0" name=""/>
        <dsp:cNvSpPr/>
      </dsp:nvSpPr>
      <dsp:spPr>
        <a:xfrm>
          <a:off x="1448493" y="1944208"/>
          <a:ext cx="8712743" cy="822549"/>
        </a:xfrm>
        <a:prstGeom prst="roundRect">
          <a:avLst>
            <a:gd name="adj" fmla="val 10000"/>
          </a:avLst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Ayrıca Türkçe literatürde, </a:t>
          </a:r>
          <a:r>
            <a:rPr lang="tr-TR" sz="1500" b="1" kern="1200"/>
            <a:t>simülasyon ortamlarında gerçekleştirilen karşılaştırmalı analizler</a:t>
          </a:r>
          <a:r>
            <a:rPr lang="tr-TR" sz="1500" kern="1200"/>
            <a:t>, yol uzunluğu ve hesaplama süresi gibi metrikler üzerinden yapılmaktadır.</a:t>
          </a:r>
          <a:endParaRPr lang="en-US" sz="1500" kern="1200"/>
        </a:p>
      </dsp:txBody>
      <dsp:txXfrm>
        <a:off x="1472585" y="1968300"/>
        <a:ext cx="7411100" cy="774365"/>
      </dsp:txXfrm>
    </dsp:sp>
    <dsp:sp modelId="{3723E368-D0A3-4D29-BE62-68708EB95BD0}">
      <dsp:nvSpPr>
        <dsp:cNvPr id="0" name=""/>
        <dsp:cNvSpPr/>
      </dsp:nvSpPr>
      <dsp:spPr>
        <a:xfrm>
          <a:off x="2178185" y="2916313"/>
          <a:ext cx="8712743" cy="822549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Bu sunumda, literatürde yer alan </a:t>
          </a:r>
          <a:r>
            <a:rPr lang="tr-TR" sz="1500" b="1" kern="1200"/>
            <a:t>Türkçe karşılaştırmalı çalışmalar</a:t>
          </a:r>
          <a:r>
            <a:rPr lang="tr-TR" sz="1500" kern="1200"/>
            <a:t> temel alınmıştır.</a:t>
          </a:r>
          <a:endParaRPr lang="en-US" sz="1500" kern="1200"/>
        </a:p>
      </dsp:txBody>
      <dsp:txXfrm>
        <a:off x="2202277" y="2940405"/>
        <a:ext cx="7400209" cy="774365"/>
      </dsp:txXfrm>
    </dsp:sp>
    <dsp:sp modelId="{A055D617-8124-4441-9CBA-C2B23142C2F1}">
      <dsp:nvSpPr>
        <dsp:cNvPr id="0" name=""/>
        <dsp:cNvSpPr/>
      </dsp:nvSpPr>
      <dsp:spPr>
        <a:xfrm>
          <a:off x="8178085" y="629998"/>
          <a:ext cx="534657" cy="53465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298383" y="629998"/>
        <a:ext cx="294061" cy="402329"/>
      </dsp:txXfrm>
    </dsp:sp>
    <dsp:sp modelId="{F30AD338-4F2F-4B37-BD22-E03689A39AFF}">
      <dsp:nvSpPr>
        <dsp:cNvPr id="0" name=""/>
        <dsp:cNvSpPr/>
      </dsp:nvSpPr>
      <dsp:spPr>
        <a:xfrm>
          <a:off x="8907778" y="1602102"/>
          <a:ext cx="534657" cy="53465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28076" y="1602102"/>
        <a:ext cx="294061" cy="402329"/>
      </dsp:txXfrm>
    </dsp:sp>
    <dsp:sp modelId="{8CF76935-F07E-436F-B004-EE1C07DC420B}">
      <dsp:nvSpPr>
        <dsp:cNvPr id="0" name=""/>
        <dsp:cNvSpPr/>
      </dsp:nvSpPr>
      <dsp:spPr>
        <a:xfrm>
          <a:off x="9626579" y="2574207"/>
          <a:ext cx="534657" cy="53465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746877" y="2574207"/>
        <a:ext cx="294061" cy="4023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BA7A0-102C-4ACB-83D3-CD3B51DDB572}">
      <dsp:nvSpPr>
        <dsp:cNvPr id="0" name=""/>
        <dsp:cNvSpPr/>
      </dsp:nvSpPr>
      <dsp:spPr>
        <a:xfrm>
          <a:off x="0" y="456"/>
          <a:ext cx="10890929" cy="10679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E61E3-F820-4319-8BEF-F347BA5E9FB7}">
      <dsp:nvSpPr>
        <dsp:cNvPr id="0" name=""/>
        <dsp:cNvSpPr/>
      </dsp:nvSpPr>
      <dsp:spPr>
        <a:xfrm>
          <a:off x="323065" y="240753"/>
          <a:ext cx="587392" cy="58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FB828-B853-4A33-9B07-AE57EE0D829E}">
      <dsp:nvSpPr>
        <dsp:cNvPr id="0" name=""/>
        <dsp:cNvSpPr/>
      </dsp:nvSpPr>
      <dsp:spPr>
        <a:xfrm>
          <a:off x="1233523" y="456"/>
          <a:ext cx="9657405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Bu çalışmanın temel katkısı, farklı yol planlama algoritmalarının </a:t>
          </a:r>
          <a:r>
            <a:rPr lang="tr-TR" sz="2000" b="1" kern="1200"/>
            <a:t>aynı koşullar altında değerlendirilerek</a:t>
          </a:r>
          <a:r>
            <a:rPr lang="tr-TR" sz="2000" kern="1200"/>
            <a:t> performans farklarının açık ve karşılaştırılabilir şekilde ortaya konulmasıdır.</a:t>
          </a:r>
          <a:endParaRPr lang="en-US" sz="2000" kern="1200"/>
        </a:p>
      </dsp:txBody>
      <dsp:txXfrm>
        <a:off x="1233523" y="456"/>
        <a:ext cx="9657405" cy="1067985"/>
      </dsp:txXfrm>
    </dsp:sp>
    <dsp:sp modelId="{CB44474E-FBD0-4F3E-A0CF-CC8F90FD292F}">
      <dsp:nvSpPr>
        <dsp:cNvPr id="0" name=""/>
        <dsp:cNvSpPr/>
      </dsp:nvSpPr>
      <dsp:spPr>
        <a:xfrm>
          <a:off x="0" y="1335438"/>
          <a:ext cx="10890929" cy="10679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08A21-3223-45EB-A7A6-D83CD9FB5838}">
      <dsp:nvSpPr>
        <dsp:cNvPr id="0" name=""/>
        <dsp:cNvSpPr/>
      </dsp:nvSpPr>
      <dsp:spPr>
        <a:xfrm>
          <a:off x="323065" y="1575735"/>
          <a:ext cx="587392" cy="58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1080C-C356-4A83-BEE8-EF18CB82D43F}">
      <dsp:nvSpPr>
        <dsp:cNvPr id="0" name=""/>
        <dsp:cNvSpPr/>
      </dsp:nvSpPr>
      <dsp:spPr>
        <a:xfrm>
          <a:off x="1233523" y="1335438"/>
          <a:ext cx="9657405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Ayrıca çalışma, </a:t>
          </a:r>
          <a:r>
            <a:rPr lang="tr-TR" sz="2000" b="1" kern="1200"/>
            <a:t>Türkçe literatürde benchmarking odaklı çalışmaların derlenmesi ve özetlenmesi</a:t>
          </a:r>
          <a:r>
            <a:rPr lang="tr-TR" sz="2000" kern="1200"/>
            <a:t> açısından bir referans niteliği taşımaktadır.</a:t>
          </a:r>
          <a:endParaRPr lang="en-US" sz="2000" kern="1200"/>
        </a:p>
      </dsp:txBody>
      <dsp:txXfrm>
        <a:off x="1233523" y="1335438"/>
        <a:ext cx="9657405" cy="1067985"/>
      </dsp:txXfrm>
    </dsp:sp>
    <dsp:sp modelId="{D0504CEE-CFC4-4D42-BEA7-1AD3C787B71C}">
      <dsp:nvSpPr>
        <dsp:cNvPr id="0" name=""/>
        <dsp:cNvSpPr/>
      </dsp:nvSpPr>
      <dsp:spPr>
        <a:xfrm>
          <a:off x="0" y="2670420"/>
          <a:ext cx="10890929" cy="10679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366EA-C408-495B-B145-B0EFC42E1E2A}">
      <dsp:nvSpPr>
        <dsp:cNvPr id="0" name=""/>
        <dsp:cNvSpPr/>
      </dsp:nvSpPr>
      <dsp:spPr>
        <a:xfrm>
          <a:off x="323065" y="2910717"/>
          <a:ext cx="587392" cy="58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26A27-EF8A-434A-BEB2-2A92FF6C4F47}">
      <dsp:nvSpPr>
        <dsp:cNvPr id="0" name=""/>
        <dsp:cNvSpPr/>
      </dsp:nvSpPr>
      <dsp:spPr>
        <a:xfrm>
          <a:off x="1233523" y="2670420"/>
          <a:ext cx="9657405" cy="1067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28" tIns="113028" rIns="113028" bIns="1130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Elde edilen sonuçlar, hangi algoritmanın hangi koşullarda daha uygun olduğunu göstermesi açısından </a:t>
          </a:r>
          <a:r>
            <a:rPr lang="tr-TR" sz="2000" b="1" kern="1200"/>
            <a:t>gelecek çalışmalar ve uygulamalar için yol gösterici</a:t>
          </a:r>
          <a:r>
            <a:rPr lang="tr-TR" sz="2000" kern="1200"/>
            <a:t> olmayı hedeflemektedir.</a:t>
          </a:r>
          <a:endParaRPr lang="en-US" sz="2000" kern="1200"/>
        </a:p>
      </dsp:txBody>
      <dsp:txXfrm>
        <a:off x="1233523" y="2670420"/>
        <a:ext cx="9657405" cy="1067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2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8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49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1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8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7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7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07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8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67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65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39" r:id="rId6"/>
    <p:sldLayoutId id="2147483735" r:id="rId7"/>
    <p:sldLayoutId id="2147483736" r:id="rId8"/>
    <p:sldLayoutId id="2147483737" r:id="rId9"/>
    <p:sldLayoutId id="2147483738" r:id="rId10"/>
    <p:sldLayoutId id="214748374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rgipark.org.tr/en/download/article-file/2634495?utm_source=chatgpt.com" TargetMode="External"/><Relationship Id="rId2" Type="http://schemas.openxmlformats.org/officeDocument/2006/relationships/hyperlink" Target="https://dergipark.org.tr/tr/download/article-file/3210866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rgipark.org.tr/en/download/article-file/1914697?utm_source=chatgpt.com" TargetMode="External"/><Relationship Id="rId4" Type="http://schemas.openxmlformats.org/officeDocument/2006/relationships/hyperlink" Target="https://dergipark.org.tr/tr/download/article-file/5234197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Yüzü olan robot">
            <a:extLst>
              <a:ext uri="{FF2B5EF4-FFF2-40B4-BE49-F238E27FC236}">
                <a16:creationId xmlns:a16="http://schemas.microsoft.com/office/drawing/2014/main" id="{CB588901-534A-E99E-C616-B39979707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23743" r="-7" b="322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4" name="Rectangle 16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tr-TR">
                <a:solidFill>
                  <a:srgbClr val="FFFFFF"/>
                </a:solidFill>
              </a:rPr>
              <a:t>Robot  Tasarımı  ve Uygulamaları </a:t>
            </a:r>
            <a:br>
              <a:rPr lang="tr-TR">
                <a:solidFill>
                  <a:srgbClr val="FFFFFF"/>
                </a:solidFill>
              </a:rPr>
            </a:br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tr-TR" dirty="0" err="1">
                <a:solidFill>
                  <a:srgbClr val="FFFFFF"/>
                </a:solidFill>
              </a:rPr>
              <a:t>HazırlaYan</a:t>
            </a:r>
            <a:r>
              <a:rPr lang="tr-TR" dirty="0">
                <a:solidFill>
                  <a:srgbClr val="FFFFFF"/>
                </a:solidFill>
              </a:rPr>
              <a:t>: Yusuf Coşkun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425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542487F-BA54-25D8-314A-94232D53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tr-TR" b="0" dirty="0" err="1">
                <a:ea typeface="+mj-lt"/>
                <a:cs typeface="+mj-lt"/>
              </a:rPr>
              <a:t>Path</a:t>
            </a:r>
            <a:r>
              <a:rPr lang="tr-TR" b="0" dirty="0">
                <a:ea typeface="+mj-lt"/>
                <a:cs typeface="+mj-lt"/>
              </a:rPr>
              <a:t> Planning Algoritmalarının Benchmarking Analizi</a:t>
            </a:r>
            <a:endParaRPr lang="tr-TR" dirty="0"/>
          </a:p>
        </p:txBody>
      </p:sp>
      <p:cxnSp>
        <p:nvCxnSpPr>
          <p:cNvPr id="7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İçerik Yer Tutucusu 2">
            <a:extLst>
              <a:ext uri="{FF2B5EF4-FFF2-40B4-BE49-F238E27FC236}">
                <a16:creationId xmlns:a16="http://schemas.microsoft.com/office/drawing/2014/main" id="{DD5583D0-50D6-19F9-B0DB-C85A79672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042247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023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BA6F10A-7F0A-4410-324B-AD011D45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tr-TR" b="0" dirty="0">
                <a:ea typeface="+mj-lt"/>
                <a:cs typeface="+mj-lt"/>
              </a:rPr>
              <a:t>Literatürde bu konuya benzer çalışmalar neler?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F9ECD7C1-F45B-487F-204E-786EE9B79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154382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394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A583BD7-9BA8-67D6-F3EB-31EBD38D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tr-TR" b="0" dirty="0">
                <a:ea typeface="+mj-lt"/>
                <a:cs typeface="+mj-lt"/>
              </a:rPr>
              <a:t>Önerdiğiniz çalışma, mevcut yaklaşımlara hangi katkıları sunmayı hedefliyor?</a:t>
            </a:r>
            <a:endParaRPr lang="tr-TR" dirty="0">
              <a:ea typeface="+mj-lt"/>
              <a:cs typeface="+mj-lt"/>
            </a:endParaRPr>
          </a:p>
        </p:txBody>
      </p:sp>
      <p:cxnSp>
        <p:nvCxnSpPr>
          <p:cNvPr id="7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İçerik Yer Tutucusu 2">
            <a:extLst>
              <a:ext uri="{FF2B5EF4-FFF2-40B4-BE49-F238E27FC236}">
                <a16:creationId xmlns:a16="http://schemas.microsoft.com/office/drawing/2014/main" id="{D6D7E2E1-BF6B-9ACD-4552-F4047CDF12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13356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698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0F94FC-006F-A4C7-E5FE-2BF8DAB3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0" dirty="0">
                <a:ea typeface="+mj-lt"/>
                <a:cs typeface="+mj-lt"/>
              </a:rPr>
              <a:t>İNCELENEN TÜRKÇE MAKALELER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076F60C-5623-0725-EA19-78994C30D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1045257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tr-TR" dirty="0">
                <a:ea typeface="+mn-lt"/>
                <a:cs typeface="+mn-lt"/>
                <a:hlinkClick r:id="rId2"/>
              </a:rPr>
              <a:t>Doğan, E., &amp; Durmuş, B., (2023), Journal of Scientific Reports-B, 8, 65-74</a:t>
            </a:r>
            <a:endParaRPr lang="tr-TR">
              <a:hlinkClick r:id="rId2"/>
            </a:endParaRPr>
          </a:p>
          <a:p>
            <a:pPr marL="342900" indent="-342900"/>
            <a:r>
              <a:rPr lang="tr-TR" dirty="0">
                <a:ea typeface="+mn-lt"/>
                <a:cs typeface="+mn-lt"/>
                <a:hlinkClick r:id="rId3"/>
              </a:rPr>
              <a:t>GÖK, M., AKÇAM, Ö. Ş., &amp; TEKEREK, M., (2023). ARAMA ALGORİTMALARININ YOL PLANLAMASI PERFORMANSLARININ KARŞILAŞTIRMALI ANALİZİ. Kahramanmaraş Sütçü İmam Üniversitesi Mühendislik Bilimleri Dergisi, 26(2), 379-394.</a:t>
            </a:r>
            <a:r>
              <a:rPr lang="tr-TR" dirty="0">
                <a:ea typeface="+mn-lt"/>
                <a:cs typeface="+mn-lt"/>
              </a:rPr>
              <a:t> </a:t>
            </a:r>
          </a:p>
          <a:p>
            <a:pPr marL="342900" indent="-342900"/>
            <a:r>
              <a:rPr lang="tr-TR" dirty="0">
                <a:ea typeface="+mn-lt"/>
                <a:cs typeface="+mn-lt"/>
                <a:hlinkClick r:id="rId4"/>
              </a:rPr>
              <a:t>BŞEÜ Fen Bilimleri Dergisi / BŞEÜ Journal of Science, 2025, 12(2): 488-503</a:t>
            </a:r>
          </a:p>
          <a:p>
            <a:pPr marL="342900" indent="-342900"/>
            <a:r>
              <a:rPr lang="tr-TR" dirty="0">
                <a:ea typeface="+mn-lt"/>
                <a:cs typeface="+mn-lt"/>
                <a:hlinkClick r:id="rId5"/>
              </a:rPr>
              <a:t>Journal of Smart Systems Research 2(1), 18-26, 2021</a:t>
            </a:r>
            <a:r>
              <a:rPr lang="tr-TR" dirty="0">
                <a:ea typeface="+mn-lt"/>
                <a:cs typeface="+mn-lt"/>
              </a:rPr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5406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47F4A7-E2C0-AC94-4369-17578483A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30349"/>
            <a:ext cx="10890928" cy="548681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tr-TR" b="1" dirty="0"/>
              <a:t>BFS (</a:t>
            </a:r>
            <a:r>
              <a:rPr lang="tr-TR" b="1" err="1"/>
              <a:t>Breadth</a:t>
            </a:r>
            <a:r>
              <a:rPr lang="tr-TR" b="1" dirty="0"/>
              <a:t> First </a:t>
            </a:r>
            <a:r>
              <a:rPr lang="tr-TR" b="1" err="1"/>
              <a:t>Search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Başlangıç noktasından itibaren tüm komşuları katman </a:t>
            </a:r>
            <a:r>
              <a:rPr lang="tr-TR" dirty="0" err="1">
                <a:ea typeface="+mn-lt"/>
                <a:cs typeface="+mn-lt"/>
              </a:rPr>
              <a:t>katman</a:t>
            </a:r>
            <a:r>
              <a:rPr lang="tr-TR" dirty="0">
                <a:ea typeface="+mn-lt"/>
                <a:cs typeface="+mn-lt"/>
              </a:rPr>
              <a:t> dolaşır.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DFS (Depth First </a:t>
            </a:r>
            <a:r>
              <a:rPr lang="tr-TR" b="1" err="1"/>
              <a:t>Search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Bir yolu sonuna kadar takip eder, çıkmazda geri döner.</a:t>
            </a:r>
            <a:endParaRPr lang="tr-TR" dirty="0"/>
          </a:p>
          <a:p>
            <a:pPr marL="0" indent="0">
              <a:buNone/>
            </a:pPr>
            <a:r>
              <a:rPr lang="tr-TR" b="1" err="1"/>
              <a:t>Dijkstra</a:t>
            </a:r>
            <a:endParaRPr lang="tr-TR" err="1"/>
          </a:p>
          <a:p>
            <a:r>
              <a:rPr lang="tr-TR" dirty="0">
                <a:ea typeface="+mn-lt"/>
                <a:cs typeface="+mn-lt"/>
              </a:rPr>
              <a:t>Tüm düğümleri maliyetlerine göre genişleterek </a:t>
            </a:r>
            <a:r>
              <a:rPr lang="tr-TR" b="1" dirty="0">
                <a:ea typeface="+mn-lt"/>
                <a:cs typeface="+mn-lt"/>
              </a:rPr>
              <a:t>kesin olarak en kısa yolu</a:t>
            </a:r>
            <a:r>
              <a:rPr lang="tr-TR" dirty="0">
                <a:ea typeface="+mn-lt"/>
                <a:cs typeface="+mn-lt"/>
              </a:rPr>
              <a:t> bulur.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A*</a:t>
            </a:r>
            <a:endParaRPr lang="tr-TR" dirty="0">
              <a:ea typeface="+mn-lt"/>
              <a:cs typeface="+mn-lt"/>
            </a:endParaRPr>
          </a:p>
          <a:p>
            <a:r>
              <a:rPr lang="tr-TR" err="1">
                <a:ea typeface="+mn-lt"/>
                <a:cs typeface="+mn-lt"/>
              </a:rPr>
              <a:t>Dijkstra’ya</a:t>
            </a:r>
            <a:r>
              <a:rPr lang="tr-TR" dirty="0">
                <a:ea typeface="+mn-lt"/>
                <a:cs typeface="+mn-lt"/>
              </a:rPr>
              <a:t> ek olarak hedefe olan tahmini mesafeyi (</a:t>
            </a:r>
            <a:r>
              <a:rPr lang="tr-TR" err="1">
                <a:ea typeface="+mn-lt"/>
                <a:cs typeface="+mn-lt"/>
              </a:rPr>
              <a:t>heuristic</a:t>
            </a:r>
            <a:r>
              <a:rPr lang="tr-TR" dirty="0">
                <a:ea typeface="+mn-lt"/>
                <a:cs typeface="+mn-lt"/>
              </a:rPr>
              <a:t>) kullanır.</a:t>
            </a:r>
            <a:endParaRPr lang="tr-TR"/>
          </a:p>
          <a:p>
            <a:pPr marL="0" indent="0">
              <a:buNone/>
            </a:pPr>
            <a:r>
              <a:rPr lang="tr-TR" b="1" dirty="0"/>
              <a:t>RRT (</a:t>
            </a:r>
            <a:r>
              <a:rPr lang="tr-TR" b="1" err="1"/>
              <a:t>Rapidly-exploring</a:t>
            </a:r>
            <a:r>
              <a:rPr lang="tr-TR" b="1" dirty="0"/>
              <a:t> </a:t>
            </a:r>
            <a:r>
              <a:rPr lang="tr-TR" b="1" err="1"/>
              <a:t>Random</a:t>
            </a:r>
            <a:r>
              <a:rPr lang="tr-TR" b="1" dirty="0"/>
              <a:t> </a:t>
            </a:r>
            <a:r>
              <a:rPr lang="tr-TR" b="1" err="1"/>
              <a:t>Tree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Harita üzerinde rastgele noktalar seçerek ağacı genişletir.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PSO (</a:t>
            </a:r>
            <a:r>
              <a:rPr lang="tr-TR" b="1" err="1"/>
              <a:t>Particle</a:t>
            </a:r>
            <a:r>
              <a:rPr lang="tr-TR" b="1" dirty="0"/>
              <a:t> </a:t>
            </a:r>
            <a:r>
              <a:rPr lang="tr-TR" b="1" err="1"/>
              <a:t>Swarm</a:t>
            </a:r>
            <a:r>
              <a:rPr lang="tr-TR" b="1" dirty="0"/>
              <a:t> </a:t>
            </a:r>
            <a:r>
              <a:rPr lang="tr-TR" b="1" err="1"/>
              <a:t>Optimization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Parçacıklar çözüm uzayında sürü halinde hareket ederek en iyi yolu arar.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PFL (</a:t>
            </a:r>
            <a:r>
              <a:rPr lang="tr-TR" b="1" err="1"/>
              <a:t>Potential</a:t>
            </a:r>
            <a:r>
              <a:rPr lang="tr-TR" b="1" dirty="0"/>
              <a:t> </a:t>
            </a:r>
            <a:r>
              <a:rPr lang="tr-TR" b="1" err="1"/>
              <a:t>Field</a:t>
            </a:r>
            <a:r>
              <a:rPr lang="tr-TR" b="1" dirty="0"/>
              <a:t> </a:t>
            </a:r>
            <a:r>
              <a:rPr lang="tr-TR" b="1" err="1"/>
              <a:t>Logic</a:t>
            </a:r>
            <a:r>
              <a:rPr lang="tr-TR" b="1" dirty="0"/>
              <a:t> / </a:t>
            </a:r>
            <a:r>
              <a:rPr lang="tr-TR" b="1" err="1"/>
              <a:t>Artificial</a:t>
            </a:r>
            <a:r>
              <a:rPr lang="tr-TR" b="1" dirty="0"/>
              <a:t> </a:t>
            </a:r>
            <a:r>
              <a:rPr lang="tr-TR" b="1" err="1"/>
              <a:t>Potential</a:t>
            </a:r>
            <a:r>
              <a:rPr lang="tr-TR" b="1" dirty="0"/>
              <a:t> </a:t>
            </a:r>
            <a:r>
              <a:rPr lang="tr-TR" b="1" err="1"/>
              <a:t>Field</a:t>
            </a:r>
            <a:r>
              <a:rPr lang="tr-TR" b="1" dirty="0"/>
              <a:t>)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Hedefi çekici, engelleri itici kuvvet olarak modeller.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6492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5A663F-4515-DD87-5337-CEFF3D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2400" dirty="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1.Makale</a:t>
            </a:r>
            <a:br>
              <a:rPr lang="tr-TR" sz="2400" b="0" dirty="0">
                <a:ea typeface="+mj-lt"/>
                <a:cs typeface="+mj-lt"/>
              </a:rPr>
            </a:br>
            <a:r>
              <a:rPr lang="tr-TR" sz="2200" dirty="0">
                <a:ea typeface="+mj-lt"/>
                <a:cs typeface="+mj-lt"/>
              </a:rPr>
              <a:t>Otonom Mobil Robotlar İçin </a:t>
            </a:r>
            <a:r>
              <a:rPr lang="tr-TR" sz="2200" err="1">
                <a:ea typeface="+mj-lt"/>
                <a:cs typeface="+mj-lt"/>
              </a:rPr>
              <a:t>Metasezgisel</a:t>
            </a:r>
            <a:r>
              <a:rPr lang="tr-TR" sz="2200" dirty="0">
                <a:ea typeface="+mj-lt"/>
                <a:cs typeface="+mj-lt"/>
              </a:rPr>
              <a:t> Algoritmaların Çeşitli Yol Planlama Problemlerinde Performanslarının Karşılaştırılması</a:t>
            </a:r>
            <a:endParaRPr lang="tr-TR" sz="22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5E173B7-C0B5-B1B6-45F3-C8017D0A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/>
            <a:r>
              <a:rPr lang="tr-TR" dirty="0"/>
              <a:t> </a:t>
            </a:r>
            <a:r>
              <a:rPr lang="tr-TR" b="1" dirty="0"/>
              <a:t>Ana Amaç</a:t>
            </a:r>
          </a:p>
          <a:p>
            <a:r>
              <a:rPr lang="tr-TR" dirty="0">
                <a:ea typeface="+mn-lt"/>
                <a:cs typeface="+mn-lt"/>
              </a:rPr>
              <a:t>Bu çalışma, </a:t>
            </a:r>
            <a:r>
              <a:rPr lang="tr-TR" b="1" dirty="0" err="1">
                <a:ea typeface="+mn-lt"/>
                <a:cs typeface="+mn-lt"/>
              </a:rPr>
              <a:t>metasezgisel</a:t>
            </a:r>
            <a:r>
              <a:rPr lang="tr-TR" b="1" dirty="0">
                <a:ea typeface="+mn-lt"/>
                <a:cs typeface="+mn-lt"/>
              </a:rPr>
              <a:t> optimizasyon algoritmalarının</a:t>
            </a:r>
            <a:r>
              <a:rPr lang="tr-TR" dirty="0">
                <a:ea typeface="+mn-lt"/>
                <a:cs typeface="+mn-lt"/>
              </a:rPr>
              <a:t> mobil robotlar için yol planlama problemlerindeki </a:t>
            </a:r>
            <a:r>
              <a:rPr lang="tr-TR" b="1" dirty="0">
                <a:ea typeface="+mn-lt"/>
                <a:cs typeface="+mn-lt"/>
              </a:rPr>
              <a:t>performanslarını karşılaştırmayı</a:t>
            </a:r>
            <a:r>
              <a:rPr lang="tr-TR" dirty="0">
                <a:ea typeface="+mn-lt"/>
                <a:cs typeface="+mn-lt"/>
              </a:rPr>
              <a:t> amaçlamaktadır.</a:t>
            </a:r>
            <a:endParaRPr lang="tr-TR" dirty="0"/>
          </a:p>
          <a:p>
            <a:pPr marL="0" indent="0"/>
            <a:r>
              <a:rPr lang="tr-TR" dirty="0"/>
              <a:t> </a:t>
            </a:r>
            <a:r>
              <a:rPr lang="tr-TR" b="1" dirty="0" err="1"/>
              <a:t>Benchmark</a:t>
            </a:r>
            <a:r>
              <a:rPr lang="tr-TR" b="1" dirty="0"/>
              <a:t> Yapısı</a:t>
            </a:r>
          </a:p>
          <a:p>
            <a:r>
              <a:rPr lang="tr-TR" b="1" dirty="0">
                <a:ea typeface="+mn-lt"/>
                <a:cs typeface="+mn-lt"/>
              </a:rPr>
              <a:t>Karşılaştırılan algoritmalar:</a:t>
            </a:r>
            <a:endParaRPr lang="tr-TR"/>
          </a:p>
          <a:p>
            <a:pPr marL="493395" lvl="1"/>
            <a:r>
              <a:rPr lang="tr-TR" i="1" dirty="0" err="1">
                <a:ea typeface="+mn-lt"/>
                <a:cs typeface="+mn-lt"/>
              </a:rPr>
              <a:t>Differential</a:t>
            </a:r>
            <a:r>
              <a:rPr lang="tr-TR" i="1" dirty="0">
                <a:ea typeface="+mn-lt"/>
                <a:cs typeface="+mn-lt"/>
              </a:rPr>
              <a:t> Enhancement (DE) </a:t>
            </a:r>
            <a:r>
              <a:rPr lang="tr-TR" dirty="0">
                <a:ea typeface="+mn-lt"/>
                <a:cs typeface="+mn-lt"/>
              </a:rPr>
              <a:t>Çözümleri birbirleriyle fark alarak günceller.</a:t>
            </a:r>
            <a:endParaRPr lang="tr-TR"/>
          </a:p>
          <a:p>
            <a:pPr marL="493395" lvl="1"/>
            <a:r>
              <a:rPr lang="tr-TR" i="1" dirty="0" err="1">
                <a:ea typeface="+mn-lt"/>
                <a:cs typeface="+mn-lt"/>
              </a:rPr>
              <a:t>Particle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Swarm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Optimization</a:t>
            </a:r>
            <a:r>
              <a:rPr lang="tr-TR" i="1" dirty="0">
                <a:ea typeface="+mn-lt"/>
                <a:cs typeface="+mn-lt"/>
              </a:rPr>
              <a:t> (PSO) </a:t>
            </a:r>
            <a:r>
              <a:rPr lang="tr-TR" dirty="0">
                <a:ea typeface="+mn-lt"/>
                <a:cs typeface="+mn-lt"/>
              </a:rPr>
              <a:t>Parçacıklar çözüm uzayında sürü halinde hareket ederek en iyi yolu arar.</a:t>
            </a:r>
          </a:p>
          <a:p>
            <a:pPr marL="550545" lvl="1" indent="-285750"/>
            <a:r>
              <a:rPr lang="tr-TR" i="1" dirty="0" err="1">
                <a:ea typeface="+mn-lt"/>
                <a:cs typeface="+mn-lt"/>
              </a:rPr>
              <a:t>Gray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Wolf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Optimization</a:t>
            </a:r>
            <a:r>
              <a:rPr lang="tr-TR" i="1" dirty="0">
                <a:ea typeface="+mn-lt"/>
                <a:cs typeface="+mn-lt"/>
              </a:rPr>
              <a:t> (GWO) </a:t>
            </a:r>
            <a:r>
              <a:rPr lang="tr-TR" dirty="0">
                <a:ea typeface="+mn-lt"/>
                <a:cs typeface="+mn-lt"/>
              </a:rPr>
              <a:t>Kurt sürüsündeki liderlik hiyerarşisini taklit eder.</a:t>
            </a:r>
          </a:p>
          <a:p>
            <a:pPr marL="493395" lvl="1"/>
            <a:r>
              <a:rPr lang="tr-TR" i="1" dirty="0">
                <a:ea typeface="+mn-lt"/>
                <a:cs typeface="+mn-lt"/>
              </a:rPr>
              <a:t>Ant </a:t>
            </a:r>
            <a:r>
              <a:rPr lang="tr-TR" i="1" dirty="0" err="1">
                <a:ea typeface="+mn-lt"/>
                <a:cs typeface="+mn-lt"/>
              </a:rPr>
              <a:t>Lion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Optimizer</a:t>
            </a:r>
            <a:r>
              <a:rPr lang="tr-TR" i="1" dirty="0">
                <a:ea typeface="+mn-lt"/>
                <a:cs typeface="+mn-lt"/>
              </a:rPr>
              <a:t> (ALO)</a:t>
            </a:r>
            <a:r>
              <a:rPr lang="tr-TR" dirty="0">
                <a:ea typeface="+mn-lt"/>
                <a:cs typeface="+mn-lt"/>
              </a:rPr>
              <a:t> Karınca aslanı–karınca avlanma davranışını modeller.</a:t>
            </a:r>
            <a:endParaRPr lang="tr-TR"/>
          </a:p>
          <a:p>
            <a:endParaRPr lang="tr-TR" b="1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74105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FABABC-972B-70A9-1901-9257955B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18" y="1266047"/>
            <a:ext cx="10890928" cy="518410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tr-TR" b="1" dirty="0">
                <a:ea typeface="+mn-lt"/>
                <a:cs typeface="+mn-lt"/>
              </a:rPr>
              <a:t>Deney ortamı: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Farklı engelli ortamlar (5, 8 ve 10 engelli haritalar)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Aynı başlangıç ve hedef koşulları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Matlab benzetimi ile 100 iterasyon üzerinden analiz</a:t>
            </a:r>
            <a:endParaRPr lang="tr-TR" dirty="0"/>
          </a:p>
          <a:p>
            <a:pPr marL="0" indent="0">
              <a:spcBef>
                <a:spcPts val="500"/>
              </a:spcBef>
            </a:pPr>
            <a:r>
              <a:rPr lang="tr-TR" b="1" dirty="0"/>
              <a:t>   Performans Metrikleri:</a:t>
            </a:r>
          </a:p>
          <a:p>
            <a:r>
              <a:rPr lang="tr-TR" sz="1800" dirty="0">
                <a:ea typeface="+mn-lt"/>
                <a:cs typeface="+mn-lt"/>
              </a:rPr>
              <a:t>Ortalama maliyet</a:t>
            </a:r>
            <a:endParaRPr lang="tr-TR" dirty="0">
              <a:ea typeface="+mn-lt"/>
              <a:cs typeface="+mn-lt"/>
            </a:endParaRPr>
          </a:p>
          <a:p>
            <a:r>
              <a:rPr lang="tr-TR" sz="1800" dirty="0">
                <a:ea typeface="+mn-lt"/>
                <a:cs typeface="+mn-lt"/>
              </a:rPr>
              <a:t>En iyi maliyet</a:t>
            </a:r>
            <a:endParaRPr lang="tr-TR" dirty="0">
              <a:ea typeface="+mn-lt"/>
              <a:cs typeface="+mn-lt"/>
            </a:endParaRPr>
          </a:p>
          <a:p>
            <a:r>
              <a:rPr lang="tr-TR" sz="1800" dirty="0">
                <a:ea typeface="+mn-lt"/>
                <a:cs typeface="+mn-lt"/>
              </a:rPr>
              <a:t>En kötü maliyet</a:t>
            </a:r>
            <a:endParaRPr lang="tr-TR" dirty="0">
              <a:ea typeface="+mn-lt"/>
              <a:cs typeface="+mn-lt"/>
            </a:endParaRPr>
          </a:p>
          <a:p>
            <a:r>
              <a:rPr lang="tr-TR" sz="1800" dirty="0">
                <a:ea typeface="+mn-lt"/>
                <a:cs typeface="+mn-lt"/>
              </a:rPr>
              <a:t>Standart sapma</a:t>
            </a:r>
            <a:endParaRPr lang="tr-TR" dirty="0">
              <a:ea typeface="+mn-lt"/>
              <a:cs typeface="+mn-lt"/>
            </a:endParaRPr>
          </a:p>
          <a:p>
            <a:r>
              <a:rPr lang="tr-TR" sz="1800" dirty="0">
                <a:ea typeface="+mn-lt"/>
                <a:cs typeface="+mn-lt"/>
              </a:rPr>
              <a:t>Tekrar sayısı</a:t>
            </a:r>
            <a:endParaRPr lang="tr-TR" dirty="0" err="1">
              <a:ea typeface="+mn-lt"/>
              <a:cs typeface="+mn-lt"/>
            </a:endParaRPr>
          </a:p>
          <a:p>
            <a:pPr marL="0" indent="0"/>
            <a:r>
              <a:rPr lang="tr-TR" b="1" dirty="0"/>
              <a:t>   </a:t>
            </a:r>
            <a:r>
              <a:rPr lang="tr-TR" b="1" dirty="0" err="1"/>
              <a:t>Benchmark</a:t>
            </a:r>
            <a:r>
              <a:rPr lang="tr-TR" b="1" dirty="0"/>
              <a:t> Sonuçları</a:t>
            </a:r>
          </a:p>
          <a:p>
            <a:r>
              <a:rPr lang="tr-TR" b="1" dirty="0">
                <a:ea typeface="+mn-lt"/>
                <a:cs typeface="+mn-lt"/>
              </a:rPr>
              <a:t>PSO</a:t>
            </a:r>
            <a:r>
              <a:rPr lang="tr-TR" dirty="0">
                <a:ea typeface="+mn-lt"/>
                <a:cs typeface="+mn-lt"/>
              </a:rPr>
              <a:t> birçok engelli ortamda </a:t>
            </a:r>
            <a:r>
              <a:rPr lang="tr-TR" b="1" dirty="0">
                <a:ea typeface="+mn-lt"/>
                <a:cs typeface="+mn-lt"/>
              </a:rPr>
              <a:t>en iyi ortalama maliyeti</a:t>
            </a:r>
            <a:r>
              <a:rPr lang="tr-TR" dirty="0">
                <a:ea typeface="+mn-lt"/>
                <a:cs typeface="+mn-lt"/>
              </a:rPr>
              <a:t> verdi.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DE</a:t>
            </a:r>
            <a:r>
              <a:rPr lang="tr-TR" dirty="0">
                <a:ea typeface="+mn-lt"/>
                <a:cs typeface="+mn-lt"/>
              </a:rPr>
              <a:t> ve </a:t>
            </a:r>
            <a:r>
              <a:rPr lang="tr-TR" b="1" dirty="0">
                <a:ea typeface="+mn-lt"/>
                <a:cs typeface="+mn-lt"/>
              </a:rPr>
              <a:t>ALO</a:t>
            </a:r>
            <a:r>
              <a:rPr lang="tr-TR" dirty="0">
                <a:ea typeface="+mn-lt"/>
                <a:cs typeface="+mn-lt"/>
              </a:rPr>
              <a:t> algoritmaları belirli durumlarda rekabetçi sonuçlar gösterdi. 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Engel sayısı arttıkça</a:t>
            </a:r>
            <a:r>
              <a:rPr lang="tr-TR" dirty="0">
                <a:ea typeface="+mn-lt"/>
                <a:cs typeface="+mn-lt"/>
              </a:rPr>
              <a:t> genel performans düşüşü gözlemlendi, özellikle GWO için bu düşüş daha belirgindi.</a:t>
            </a:r>
            <a:endParaRPr lang="tr-TR" dirty="0"/>
          </a:p>
          <a:p>
            <a:endParaRPr lang="tr-TR" dirty="0"/>
          </a:p>
          <a:p>
            <a:pPr marL="493395" lvl="1"/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005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E1EFE-0DF6-64AE-F2C4-FA396289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EDA700-8756-B6AC-2275-884F4E0C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dirty="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2.Makale</a:t>
            </a:r>
            <a:br>
              <a:rPr lang="tr-TR" sz="2400" b="0" dirty="0">
                <a:ea typeface="+mj-lt"/>
                <a:cs typeface="+mj-lt"/>
              </a:rPr>
            </a:br>
            <a:r>
              <a:rPr lang="tr-TR" sz="2400" dirty="0">
                <a:ea typeface="+mj-lt"/>
                <a:cs typeface="+mj-lt"/>
              </a:rPr>
              <a:t>Arama Algoritmalarının Yol Planlaması Performanslarının Karşılaştırmalı Analizi</a:t>
            </a:r>
            <a:endParaRPr lang="tr-TR" sz="2200" dirty="0">
              <a:ea typeface="+mj-lt"/>
              <a:cs typeface="+mj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BC15E6-961D-7359-FC11-644183BBB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26377"/>
            <a:ext cx="10890928" cy="425509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/>
            <a:r>
              <a:rPr lang="tr-TR" dirty="0"/>
              <a:t>  </a:t>
            </a:r>
            <a:r>
              <a:rPr lang="tr-TR" b="1" dirty="0"/>
              <a:t>Ana Amaç</a:t>
            </a:r>
          </a:p>
          <a:p>
            <a:r>
              <a:rPr lang="tr-TR" dirty="0">
                <a:ea typeface="+mn-lt"/>
                <a:cs typeface="+mn-lt"/>
              </a:rPr>
              <a:t>Bu çalışmanın amacı, </a:t>
            </a:r>
            <a:r>
              <a:rPr lang="tr-TR" b="1" dirty="0">
                <a:ea typeface="+mn-lt"/>
                <a:cs typeface="+mn-lt"/>
              </a:rPr>
              <a:t>klasik ve yaygın yol bulma (</a:t>
            </a:r>
            <a:r>
              <a:rPr lang="tr-TR" b="1" dirty="0" err="1">
                <a:ea typeface="+mn-lt"/>
                <a:cs typeface="+mn-lt"/>
              </a:rPr>
              <a:t>path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planning</a:t>
            </a:r>
            <a:r>
              <a:rPr lang="tr-TR" b="1" dirty="0">
                <a:ea typeface="+mn-lt"/>
                <a:cs typeface="+mn-lt"/>
              </a:rPr>
              <a:t>) algoritmalarının</a:t>
            </a:r>
            <a:r>
              <a:rPr lang="tr-TR" dirty="0">
                <a:ea typeface="+mn-lt"/>
                <a:cs typeface="+mn-lt"/>
              </a:rPr>
              <a:t> aynı ortam koşulları altında </a:t>
            </a:r>
            <a:r>
              <a:rPr lang="tr-TR" b="1" dirty="0">
                <a:ea typeface="+mn-lt"/>
                <a:cs typeface="+mn-lt"/>
              </a:rPr>
              <a:t>performanslarını karşılaştırmalı olarak incelemektir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  <a:p>
            <a:pPr marL="0" indent="0"/>
            <a:r>
              <a:rPr lang="tr-TR" b="1" dirty="0" err="1"/>
              <a:t>Benchmark</a:t>
            </a:r>
            <a:r>
              <a:rPr lang="tr-TR" b="1" dirty="0"/>
              <a:t> Yapısı</a:t>
            </a:r>
            <a:endParaRPr lang="tr-TR"/>
          </a:p>
          <a:p>
            <a:r>
              <a:rPr lang="tr-TR" dirty="0"/>
              <a:t> </a:t>
            </a:r>
            <a:r>
              <a:rPr lang="tr-TR" b="1" dirty="0">
                <a:solidFill>
                  <a:schemeClr val="tx1">
                    <a:lumMod val="49000"/>
                    <a:lumOff val="51000"/>
                  </a:schemeClr>
                </a:solidFill>
              </a:rPr>
              <a:t>Karşılaştırılan Algoritmalar</a:t>
            </a:r>
          </a:p>
          <a:p>
            <a:r>
              <a:rPr lang="tr-TR" dirty="0" err="1">
                <a:ea typeface="+mn-lt"/>
                <a:cs typeface="+mn-lt"/>
              </a:rPr>
              <a:t>Breadth</a:t>
            </a:r>
            <a:r>
              <a:rPr lang="tr-TR" dirty="0">
                <a:ea typeface="+mn-lt"/>
                <a:cs typeface="+mn-lt"/>
              </a:rPr>
              <a:t> First </a:t>
            </a:r>
            <a:r>
              <a:rPr lang="tr-TR" dirty="0" err="1">
                <a:ea typeface="+mn-lt"/>
                <a:cs typeface="+mn-lt"/>
              </a:rPr>
              <a:t>Search</a:t>
            </a:r>
            <a:r>
              <a:rPr lang="tr-TR" dirty="0">
                <a:ea typeface="+mn-lt"/>
                <a:cs typeface="+mn-lt"/>
              </a:rPr>
              <a:t> (</a:t>
            </a:r>
            <a:r>
              <a:rPr lang="tr-TR" b="1" dirty="0">
                <a:ea typeface="+mn-lt"/>
                <a:cs typeface="+mn-lt"/>
              </a:rPr>
              <a:t>BFS</a:t>
            </a:r>
            <a:r>
              <a:rPr lang="tr-TR" dirty="0">
                <a:ea typeface="+mn-lt"/>
                <a:cs typeface="+mn-lt"/>
              </a:rPr>
              <a:t>)</a:t>
            </a:r>
          </a:p>
          <a:p>
            <a:r>
              <a:rPr lang="tr-TR" dirty="0">
                <a:ea typeface="+mn-lt"/>
                <a:cs typeface="+mn-lt"/>
              </a:rPr>
              <a:t>Depth First </a:t>
            </a:r>
            <a:r>
              <a:rPr lang="tr-TR" dirty="0" err="1">
                <a:ea typeface="+mn-lt"/>
                <a:cs typeface="+mn-lt"/>
              </a:rPr>
              <a:t>Search</a:t>
            </a:r>
            <a:r>
              <a:rPr lang="tr-TR" dirty="0">
                <a:ea typeface="+mn-lt"/>
                <a:cs typeface="+mn-lt"/>
              </a:rPr>
              <a:t> (</a:t>
            </a:r>
            <a:r>
              <a:rPr lang="tr-TR" b="1" dirty="0">
                <a:ea typeface="+mn-lt"/>
                <a:cs typeface="+mn-lt"/>
              </a:rPr>
              <a:t>DFS</a:t>
            </a:r>
            <a:r>
              <a:rPr lang="tr-TR" dirty="0">
                <a:ea typeface="+mn-lt"/>
                <a:cs typeface="+mn-lt"/>
              </a:rPr>
              <a:t>)</a:t>
            </a:r>
          </a:p>
          <a:p>
            <a:r>
              <a:rPr lang="tr-TR" b="1" err="1">
                <a:ea typeface="+mn-lt"/>
                <a:cs typeface="+mn-lt"/>
              </a:rPr>
              <a:t>Dijkstra</a:t>
            </a:r>
            <a:endParaRPr lang="tr-TR" err="1"/>
          </a:p>
          <a:p>
            <a:r>
              <a:rPr lang="tr-TR" b="1" dirty="0" err="1">
                <a:ea typeface="+mn-lt"/>
                <a:cs typeface="+mn-lt"/>
              </a:rPr>
              <a:t>Bellman</a:t>
            </a:r>
            <a:r>
              <a:rPr lang="tr-TR" b="1" dirty="0">
                <a:ea typeface="+mn-lt"/>
                <a:cs typeface="+mn-lt"/>
              </a:rPr>
              <a:t>–Ford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A*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RRT (</a:t>
            </a:r>
            <a:r>
              <a:rPr lang="tr-TR" b="1" dirty="0" err="1">
                <a:ea typeface="+mn-lt"/>
                <a:cs typeface="+mn-lt"/>
              </a:rPr>
              <a:t>Rapidly-exploring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Random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Tree</a:t>
            </a:r>
            <a:r>
              <a:rPr lang="tr-TR" b="1" dirty="0">
                <a:ea typeface="+mn-lt"/>
                <a:cs typeface="+mn-lt"/>
              </a:rPr>
              <a:t>)</a:t>
            </a:r>
          </a:p>
          <a:p>
            <a:pPr marL="0" indent="0"/>
            <a:endParaRPr lang="tr-TR" dirty="0"/>
          </a:p>
          <a:p>
            <a:endParaRPr lang="tr-TR" b="1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6503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6F33-ADFA-7E88-6844-ACE25FA9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1D5523-8C31-9776-54A7-F741CBD67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18" y="1266047"/>
            <a:ext cx="10890928" cy="51841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b="1" dirty="0">
                <a:ea typeface="+mn-lt"/>
                <a:cs typeface="+mn-lt"/>
              </a:rPr>
              <a:t>Deney ortamı:</a:t>
            </a:r>
            <a:endParaRPr lang="tr-TR" dirty="0"/>
          </a:p>
          <a:p>
            <a:pPr marL="493395" lvl="1"/>
            <a:r>
              <a:rPr lang="tr-TR" b="1" dirty="0">
                <a:ea typeface="+mn-lt"/>
                <a:cs typeface="+mn-lt"/>
              </a:rPr>
              <a:t>2B grid tabanlı haritalar</a:t>
            </a:r>
          </a:p>
          <a:p>
            <a:pPr marL="493395" lvl="1"/>
            <a:r>
              <a:rPr lang="tr-TR" dirty="0">
                <a:ea typeface="+mn-lt"/>
                <a:cs typeface="+mn-lt"/>
              </a:rPr>
              <a:t>Aynı başlangıç ve hedef noktaları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Sabit engel yerleşimleri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Tüm algoritmalar </a:t>
            </a:r>
            <a:r>
              <a:rPr lang="tr-TR" b="1" dirty="0">
                <a:ea typeface="+mn-lt"/>
                <a:cs typeface="+mn-lt"/>
              </a:rPr>
              <a:t>aynı koşullar altında</a:t>
            </a:r>
            <a:r>
              <a:rPr lang="tr-TR" dirty="0">
                <a:ea typeface="+mn-lt"/>
                <a:cs typeface="+mn-lt"/>
              </a:rPr>
              <a:t> çalıştırılmıştır</a:t>
            </a:r>
            <a:endParaRPr lang="tr-TR" dirty="0"/>
          </a:p>
          <a:p>
            <a:pPr marL="493395" lvl="1"/>
            <a:endParaRPr lang="tr-TR" dirty="0"/>
          </a:p>
          <a:p>
            <a:pPr marL="0" indent="0">
              <a:spcBef>
                <a:spcPts val="500"/>
              </a:spcBef>
            </a:pPr>
            <a:r>
              <a:rPr lang="tr-TR" b="1" dirty="0"/>
              <a:t>   Performans Metrikleri:</a:t>
            </a:r>
          </a:p>
          <a:p>
            <a:r>
              <a:rPr lang="tr-TR" sz="1800" dirty="0">
                <a:ea typeface="+mn-lt"/>
                <a:cs typeface="+mn-lt"/>
              </a:rPr>
              <a:t>Yol uzunluğu</a:t>
            </a:r>
            <a:endParaRPr lang="tr-TR" dirty="0">
              <a:ea typeface="+mn-lt"/>
              <a:cs typeface="+mn-lt"/>
            </a:endParaRPr>
          </a:p>
          <a:p>
            <a:r>
              <a:rPr lang="tr-TR" sz="1800" dirty="0">
                <a:ea typeface="+mn-lt"/>
                <a:cs typeface="+mn-lt"/>
              </a:rPr>
              <a:t>Hesaplama süresi</a:t>
            </a:r>
            <a:endParaRPr lang="tr-TR"/>
          </a:p>
          <a:p>
            <a:r>
              <a:rPr lang="tr-TR" sz="1800" dirty="0">
                <a:ea typeface="+mn-lt"/>
                <a:cs typeface="+mn-lt"/>
              </a:rPr>
              <a:t>Hedefe ulaşma başarısı</a:t>
            </a:r>
            <a:endParaRPr lang="tr-TR"/>
          </a:p>
          <a:p>
            <a:r>
              <a:rPr lang="tr-TR" sz="1800" dirty="0">
                <a:ea typeface="+mn-lt"/>
                <a:cs typeface="+mn-lt"/>
              </a:rPr>
              <a:t>Genişletilen düğüm sayısı</a:t>
            </a:r>
            <a:endParaRPr lang="tr-TR" dirty="0">
              <a:ea typeface="+mn-lt"/>
              <a:cs typeface="+mn-lt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33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5BCD1-CD68-8333-2C06-777D7A7F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33030F-3AE1-4DFD-6C3A-AD1CF1EAD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18" y="1266047"/>
            <a:ext cx="10890928" cy="483963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93395" lvl="1"/>
            <a:r>
              <a:rPr lang="tr-TR" b="1" dirty="0" err="1"/>
              <a:t>Benchmark</a:t>
            </a:r>
            <a:r>
              <a:rPr lang="tr-TR" b="1" dirty="0"/>
              <a:t> Sonuçları</a:t>
            </a:r>
          </a:p>
          <a:p>
            <a:r>
              <a:rPr lang="tr-TR" b="1" dirty="0">
                <a:ea typeface="+mn-lt"/>
                <a:cs typeface="+mn-lt"/>
              </a:rPr>
              <a:t>A*</a:t>
            </a:r>
            <a:r>
              <a:rPr lang="tr-TR" dirty="0">
                <a:ea typeface="+mn-lt"/>
                <a:cs typeface="+mn-lt"/>
              </a:rPr>
              <a:t> algoritması: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En kısa yola çok yakın çözümler üretmiştir</a:t>
            </a:r>
            <a:endParaRPr lang="tr-TR" dirty="0"/>
          </a:p>
          <a:p>
            <a:pPr marL="493395" lvl="1"/>
            <a:r>
              <a:rPr lang="tr-TR" dirty="0" err="1">
                <a:ea typeface="+mn-lt"/>
                <a:cs typeface="+mn-lt"/>
              </a:rPr>
              <a:t>Dijkstra’ya</a:t>
            </a:r>
            <a:r>
              <a:rPr lang="tr-TR" dirty="0">
                <a:ea typeface="+mn-lt"/>
                <a:cs typeface="+mn-lt"/>
              </a:rPr>
              <a:t> kıyasla </a:t>
            </a:r>
            <a:r>
              <a:rPr lang="tr-TR" b="1" dirty="0">
                <a:ea typeface="+mn-lt"/>
                <a:cs typeface="+mn-lt"/>
              </a:rPr>
              <a:t>daha kısa sürede</a:t>
            </a:r>
            <a:r>
              <a:rPr lang="tr-TR" dirty="0">
                <a:ea typeface="+mn-lt"/>
                <a:cs typeface="+mn-lt"/>
              </a:rPr>
              <a:t> sonuca ulaşmıştır</a:t>
            </a:r>
            <a:endParaRPr lang="tr-TR" dirty="0"/>
          </a:p>
          <a:p>
            <a:r>
              <a:rPr lang="tr-TR" b="1" dirty="0" err="1">
                <a:ea typeface="+mn-lt"/>
                <a:cs typeface="+mn-lt"/>
              </a:rPr>
              <a:t>Dijkstra</a:t>
            </a:r>
            <a:r>
              <a:rPr lang="tr-TR" dirty="0">
                <a:ea typeface="+mn-lt"/>
                <a:cs typeface="+mn-lt"/>
              </a:rPr>
              <a:t>: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Optimal yol üretmiş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Ancak hesaplama süresi yüksektir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BFS ve DFS</a:t>
            </a:r>
            <a:r>
              <a:rPr lang="tr-TR" dirty="0">
                <a:ea typeface="+mn-lt"/>
                <a:cs typeface="+mn-lt"/>
              </a:rPr>
              <a:t>: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Basit haritalarda çalışabilir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Karmaşık ortamlarda verim düşmüştür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RRT</a:t>
            </a:r>
            <a:r>
              <a:rPr lang="tr-TR" dirty="0">
                <a:ea typeface="+mn-lt"/>
                <a:cs typeface="+mn-lt"/>
              </a:rPr>
              <a:t>: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Hızlı çözüm üretmiştir</a:t>
            </a:r>
            <a:endParaRPr lang="tr-TR" dirty="0"/>
          </a:p>
          <a:p>
            <a:pPr marL="493395" lvl="1"/>
            <a:r>
              <a:rPr lang="tr-TR" dirty="0">
                <a:ea typeface="+mn-lt"/>
                <a:cs typeface="+mn-lt"/>
              </a:rPr>
              <a:t>Ancak yol </a:t>
            </a:r>
            <a:r>
              <a:rPr lang="tr-TR" dirty="0" err="1">
                <a:ea typeface="+mn-lt"/>
                <a:cs typeface="+mn-lt"/>
              </a:rPr>
              <a:t>optimalitesi</a:t>
            </a:r>
            <a:r>
              <a:rPr lang="tr-TR" dirty="0">
                <a:ea typeface="+mn-lt"/>
                <a:cs typeface="+mn-lt"/>
              </a:rPr>
              <a:t> düşüktür</a:t>
            </a:r>
            <a:endParaRPr lang="tr-TR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9ABBC434-C424-837F-20F7-7AC0F58742A9}"/>
              </a:ext>
            </a:extLst>
          </p:cNvPr>
          <p:cNvSpPr txBox="1"/>
          <p:nvPr/>
        </p:nvSpPr>
        <p:spPr>
          <a:xfrm>
            <a:off x="709808" y="5897671"/>
            <a:ext cx="9112684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700" b="1" dirty="0"/>
              <a:t>A*</a:t>
            </a:r>
            <a:r>
              <a:rPr lang="tr-TR" sz="1700" dirty="0"/>
              <a:t> algoritması, klasik yol bulma yöntemleri arasında en dengeli performansı göstermiştir.</a:t>
            </a:r>
          </a:p>
          <a:p>
            <a:pPr algn="l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0975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E063D-7951-22AA-FE6F-2EDE414A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22EDE2-06F2-19F9-0B10-CA37B7BC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2400" dirty="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3.Makale</a:t>
            </a:r>
            <a:br>
              <a:rPr lang="tr-TR" sz="2400" b="0" dirty="0">
                <a:ea typeface="+mj-lt"/>
                <a:cs typeface="+mj-lt"/>
              </a:rPr>
            </a:br>
            <a:r>
              <a:rPr lang="tr-TR" sz="2400" dirty="0">
                <a:ea typeface="+mj-lt"/>
                <a:cs typeface="+mj-lt"/>
              </a:rPr>
              <a:t>Benzetim Yapılan Ortamlarda Otonom İHA Navigasyonu: </a:t>
            </a:r>
            <a:r>
              <a:rPr lang="tr-TR" sz="2400" dirty="0" err="1">
                <a:ea typeface="+mj-lt"/>
                <a:cs typeface="+mj-lt"/>
              </a:rPr>
              <a:t>Dijkstra</a:t>
            </a:r>
            <a:r>
              <a:rPr lang="tr-TR" sz="2400" dirty="0">
                <a:ea typeface="+mj-lt"/>
                <a:cs typeface="+mj-lt"/>
              </a:rPr>
              <a:t> ve A* Algoritmalarının Karşılaştırmalı Çalışması</a:t>
            </a:r>
            <a:endParaRPr lang="tr-TR" sz="2200" dirty="0">
              <a:ea typeface="+mj-lt"/>
              <a:cs typeface="+mj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499100-B1AD-C42D-6A89-D0E3A18B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/>
              <a:t> </a:t>
            </a:r>
            <a:r>
              <a:rPr lang="tr-TR" b="1" dirty="0"/>
              <a:t>Ana Amaç</a:t>
            </a:r>
          </a:p>
          <a:p>
            <a:r>
              <a:rPr lang="tr-TR" dirty="0">
                <a:ea typeface="+mn-lt"/>
                <a:cs typeface="+mn-lt"/>
              </a:rPr>
              <a:t>Bu çalışma, </a:t>
            </a:r>
            <a:r>
              <a:rPr lang="tr-TR" b="1" dirty="0">
                <a:ea typeface="+mn-lt"/>
                <a:cs typeface="+mn-lt"/>
              </a:rPr>
              <a:t>İnsansız Hava Araçları (İHA)</a:t>
            </a:r>
            <a:r>
              <a:rPr lang="tr-TR" dirty="0">
                <a:ea typeface="+mn-lt"/>
                <a:cs typeface="+mn-lt"/>
              </a:rPr>
              <a:t> için kullanılan </a:t>
            </a:r>
            <a:r>
              <a:rPr lang="tr-TR" b="1" dirty="0">
                <a:ea typeface="+mn-lt"/>
                <a:cs typeface="+mn-lt"/>
              </a:rPr>
              <a:t>yol planlama algoritmalarının</a:t>
            </a:r>
            <a:r>
              <a:rPr lang="tr-TR" dirty="0">
                <a:ea typeface="+mn-lt"/>
                <a:cs typeface="+mn-lt"/>
              </a:rPr>
              <a:t> performanslarını </a:t>
            </a:r>
            <a:r>
              <a:rPr lang="tr-TR" b="1" dirty="0">
                <a:ea typeface="+mn-lt"/>
                <a:cs typeface="+mn-lt"/>
              </a:rPr>
              <a:t>karşılaştırmalı olarak</a:t>
            </a:r>
            <a:r>
              <a:rPr lang="tr-TR" dirty="0">
                <a:ea typeface="+mn-lt"/>
                <a:cs typeface="+mn-lt"/>
              </a:rPr>
              <a:t> incelemektedir.</a:t>
            </a:r>
          </a:p>
          <a:p>
            <a:pPr marL="0" indent="0"/>
            <a:r>
              <a:rPr lang="tr-TR" b="1" err="1"/>
              <a:t>Benchmark</a:t>
            </a:r>
            <a:r>
              <a:rPr lang="tr-TR" b="1" dirty="0"/>
              <a:t> Yapısı</a:t>
            </a:r>
            <a:endParaRPr lang="tr-TR" b="1" dirty="0">
              <a:ea typeface="+mn-lt"/>
              <a:cs typeface="+mn-lt"/>
            </a:endParaRPr>
          </a:p>
          <a:p>
            <a:r>
              <a:rPr lang="tr-TR" dirty="0"/>
              <a:t> </a:t>
            </a:r>
            <a:r>
              <a:rPr lang="tr-TR" dirty="0">
                <a:solidFill>
                  <a:schemeClr val="tx1">
                    <a:lumMod val="49000"/>
                    <a:lumOff val="51000"/>
                  </a:schemeClr>
                </a:solidFill>
              </a:rPr>
              <a:t>Karşılaştırılan Algoritmalar</a:t>
            </a:r>
          </a:p>
          <a:p>
            <a:r>
              <a:rPr lang="tr-TR" b="1" dirty="0">
                <a:ea typeface="+mn-lt"/>
                <a:cs typeface="+mn-lt"/>
              </a:rPr>
              <a:t>A*</a:t>
            </a:r>
            <a:endParaRPr lang="tr-TR" dirty="0">
              <a:ea typeface="+mn-lt"/>
              <a:cs typeface="+mn-lt"/>
            </a:endParaRPr>
          </a:p>
          <a:p>
            <a:r>
              <a:rPr lang="tr-TR" b="1" err="1">
                <a:ea typeface="+mn-lt"/>
                <a:cs typeface="+mn-lt"/>
              </a:rPr>
              <a:t>Dijkstra</a:t>
            </a:r>
            <a:endParaRPr lang="tr-TR" err="1">
              <a:ea typeface="+mn-lt"/>
              <a:cs typeface="+mn-lt"/>
            </a:endParaRPr>
          </a:p>
          <a:p>
            <a:endParaRPr lang="tr-TR" b="1" dirty="0"/>
          </a:p>
          <a:p>
            <a:pPr marL="0" indent="0"/>
            <a:endParaRPr lang="tr-TR" dirty="0">
              <a:ea typeface="+mn-lt"/>
              <a:cs typeface="+mn-lt"/>
            </a:endParaRPr>
          </a:p>
          <a:p>
            <a:pPr marL="0" indent="0"/>
            <a:endParaRPr lang="tr-TR" dirty="0"/>
          </a:p>
          <a:p>
            <a:endParaRPr lang="tr-TR" b="1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5236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2951-9FBD-CEE6-E26B-B8F9C73A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677188-F98E-2E8F-3266-D83D312CD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18" y="1266047"/>
            <a:ext cx="10890928" cy="51841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Deney / Test Ortamı</a:t>
            </a:r>
            <a:endParaRPr lang="tr-TR" b="1" dirty="0">
              <a:ea typeface="+mn-lt"/>
              <a:cs typeface="+mn-lt"/>
            </a:endParaRPr>
          </a:p>
          <a:p>
            <a:r>
              <a:rPr lang="tr-TR" b="1" dirty="0">
                <a:ea typeface="+mn-lt"/>
                <a:cs typeface="+mn-lt"/>
              </a:rPr>
              <a:t>2B harita tabanlı simülasyon</a:t>
            </a:r>
          </a:p>
          <a:p>
            <a:r>
              <a:rPr lang="tr-TR" dirty="0">
                <a:ea typeface="+mn-lt"/>
                <a:cs typeface="+mn-lt"/>
              </a:rPr>
              <a:t>İHA başlangıç ve hedef noktaları</a:t>
            </a:r>
          </a:p>
          <a:p>
            <a:r>
              <a:rPr lang="tr-TR" dirty="0">
                <a:ea typeface="+mn-lt"/>
                <a:cs typeface="+mn-lt"/>
              </a:rPr>
              <a:t>Sabit engeller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Aynı çevresel koşullar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b="1" dirty="0"/>
              <a:t>Kullanılan </a:t>
            </a:r>
            <a:r>
              <a:rPr lang="tr-TR" b="1" dirty="0" err="1"/>
              <a:t>Benchmark</a:t>
            </a:r>
            <a:r>
              <a:rPr lang="tr-TR" b="1" dirty="0"/>
              <a:t> Metrikleri</a:t>
            </a:r>
          </a:p>
          <a:p>
            <a:r>
              <a:rPr lang="tr-TR" dirty="0">
                <a:ea typeface="+mn-lt"/>
                <a:cs typeface="+mn-lt"/>
              </a:rPr>
              <a:t>Yol uzunluğu</a:t>
            </a:r>
          </a:p>
          <a:p>
            <a:r>
              <a:rPr lang="tr-TR" dirty="0">
                <a:ea typeface="+mn-lt"/>
                <a:cs typeface="+mn-lt"/>
              </a:rPr>
              <a:t>Hedefe ulaşma süresi</a:t>
            </a:r>
          </a:p>
          <a:p>
            <a:r>
              <a:rPr lang="tr-TR" dirty="0">
                <a:ea typeface="+mn-lt"/>
                <a:cs typeface="+mn-lt"/>
              </a:rPr>
              <a:t>Gezilen düğüm sayısı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Hesaplama maliyeti</a:t>
            </a:r>
            <a:endParaRPr lang="tr-TR" dirty="0"/>
          </a:p>
          <a:p>
            <a:endParaRPr lang="tr-TR" dirty="0"/>
          </a:p>
          <a:p>
            <a:endParaRPr lang="tr-TR" b="1" dirty="0"/>
          </a:p>
          <a:p>
            <a:pPr marL="493395" lvl="1"/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51748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7802-F046-ECB2-E481-5AFBDCCB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FC190AE-1146-EC56-CB00-D20DEF6EC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18" y="1266047"/>
            <a:ext cx="10890928" cy="51841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b="1" dirty="0" err="1"/>
              <a:t>Benchmark</a:t>
            </a:r>
            <a:r>
              <a:rPr lang="tr-TR" b="1" dirty="0"/>
              <a:t> Sonuçları</a:t>
            </a:r>
          </a:p>
          <a:p>
            <a:pPr>
              <a:buFont typeface="Arial"/>
            </a:pPr>
            <a:r>
              <a:rPr lang="tr-TR" b="1" dirty="0">
                <a:ea typeface="+mn-lt"/>
                <a:cs typeface="+mn-lt"/>
              </a:rPr>
              <a:t>A*</a:t>
            </a:r>
            <a:r>
              <a:rPr lang="tr-TR" dirty="0">
                <a:ea typeface="+mn-lt"/>
                <a:cs typeface="+mn-lt"/>
              </a:rPr>
              <a:t>:</a:t>
            </a:r>
          </a:p>
          <a:p>
            <a:pPr>
              <a:buFont typeface="Arial"/>
            </a:pPr>
            <a:r>
              <a:rPr lang="tr-TR" dirty="0">
                <a:ea typeface="+mn-lt"/>
                <a:cs typeface="+mn-lt"/>
              </a:rPr>
              <a:t>Daha kısa yollar üretmiştir</a:t>
            </a:r>
          </a:p>
          <a:p>
            <a:pPr>
              <a:buFont typeface="Arial"/>
            </a:pPr>
            <a:r>
              <a:rPr lang="tr-TR" dirty="0">
                <a:ea typeface="+mn-lt"/>
                <a:cs typeface="+mn-lt"/>
              </a:rPr>
              <a:t>Daha az düğüm gezmiştir</a:t>
            </a:r>
            <a:endParaRPr lang="tr-TR" dirty="0"/>
          </a:p>
          <a:p>
            <a:pPr>
              <a:buFont typeface="Arial"/>
            </a:pPr>
            <a:r>
              <a:rPr lang="tr-TR" dirty="0">
                <a:ea typeface="+mn-lt"/>
                <a:cs typeface="+mn-lt"/>
              </a:rPr>
              <a:t>Genel olarak daha hızlıdır</a:t>
            </a:r>
            <a:endParaRPr lang="tr-TR" dirty="0"/>
          </a:p>
          <a:p>
            <a:pPr>
              <a:buFont typeface="Arial"/>
            </a:pPr>
            <a:r>
              <a:rPr lang="tr-TR" b="1" dirty="0" err="1">
                <a:ea typeface="+mn-lt"/>
                <a:cs typeface="+mn-lt"/>
              </a:rPr>
              <a:t>Dijkstra</a:t>
            </a:r>
            <a:r>
              <a:rPr lang="tr-TR" dirty="0">
                <a:ea typeface="+mn-lt"/>
                <a:cs typeface="+mn-lt"/>
              </a:rPr>
              <a:t>:</a:t>
            </a:r>
          </a:p>
          <a:p>
            <a:pPr>
              <a:buFont typeface="Arial"/>
            </a:pPr>
            <a:r>
              <a:rPr lang="tr-TR" dirty="0">
                <a:ea typeface="+mn-lt"/>
                <a:cs typeface="+mn-lt"/>
              </a:rPr>
              <a:t>Optimal yol üretmiştir</a:t>
            </a:r>
          </a:p>
          <a:p>
            <a:pPr>
              <a:buFont typeface="Arial"/>
            </a:pPr>
            <a:r>
              <a:rPr lang="tr-TR" dirty="0">
                <a:ea typeface="+mn-lt"/>
                <a:cs typeface="+mn-lt"/>
              </a:rPr>
              <a:t>Ancak hesaplama süresi </a:t>
            </a:r>
            <a:r>
              <a:rPr lang="tr-TR" sz="2000" dirty="0">
                <a:ea typeface="+mn-lt"/>
                <a:cs typeface="+mn-lt"/>
              </a:rPr>
              <a:t>daha uzundur</a:t>
            </a: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Bu çalışmada A* ve </a:t>
            </a:r>
            <a:r>
              <a:rPr lang="tr-TR" dirty="0" err="1">
                <a:ea typeface="+mn-lt"/>
                <a:cs typeface="+mn-lt"/>
              </a:rPr>
              <a:t>Dijkstra</a:t>
            </a:r>
            <a:r>
              <a:rPr lang="tr-TR" dirty="0">
                <a:ea typeface="+mn-lt"/>
                <a:cs typeface="+mn-lt"/>
              </a:rPr>
              <a:t> algoritmaları, insansız hava araçları için yol planlama problemi kapsamında karşılaştırılmıştır. Sonuçlar, A* algoritmasının daha kısa sürede ve daha az düğüm gezerek çözüm ürettiğini göstermektedir.</a:t>
            </a:r>
            <a:endParaRPr lang="tr-TR" sz="2000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19531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EC70-4D7C-ED8A-4197-D36DD0A3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6C0FB6-74FC-D7F5-9E28-BFEF16AA3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dirty="0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4.Makale</a:t>
            </a:r>
            <a:br>
              <a:rPr lang="tr-TR" sz="2400" b="0" dirty="0">
                <a:ea typeface="+mj-lt"/>
                <a:cs typeface="+mj-lt"/>
              </a:rPr>
            </a:br>
            <a:r>
              <a:rPr lang="tr-TR" sz="2400" dirty="0">
                <a:ea typeface="+mj-lt"/>
                <a:cs typeface="+mj-lt"/>
              </a:rPr>
              <a:t>Parçacık Sürü Optimizasyon Tabanlı Mobil Robotlarda Global Yol Planlama</a:t>
            </a:r>
            <a:endParaRPr lang="tr-TR" sz="2200" dirty="0">
              <a:ea typeface="+mj-lt"/>
              <a:cs typeface="+mj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6C5C79-F021-90E4-E2EB-6517BC04E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26377"/>
            <a:ext cx="10890928" cy="42550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/>
              <a:t>  </a:t>
            </a:r>
            <a:r>
              <a:rPr lang="tr-TR" b="1" dirty="0"/>
              <a:t>Ana Amaç</a:t>
            </a:r>
          </a:p>
          <a:p>
            <a:r>
              <a:rPr lang="tr-TR" dirty="0">
                <a:ea typeface="+mn-lt"/>
                <a:cs typeface="+mn-lt"/>
              </a:rPr>
              <a:t>Bu çalışma , </a:t>
            </a:r>
            <a:r>
              <a:rPr lang="tr-TR" b="1" dirty="0">
                <a:ea typeface="+mn-lt"/>
                <a:cs typeface="+mn-lt"/>
              </a:rPr>
              <a:t>PSO tabanlı yol planlama yaklaşımının</a:t>
            </a:r>
            <a:r>
              <a:rPr lang="tr-TR" dirty="0">
                <a:ea typeface="+mn-lt"/>
                <a:cs typeface="+mn-lt"/>
              </a:rPr>
              <a:t>, engelli ortamlarda </a:t>
            </a:r>
            <a:r>
              <a:rPr lang="tr-TR" b="1" dirty="0">
                <a:ea typeface="+mn-lt"/>
                <a:cs typeface="+mn-lt"/>
              </a:rPr>
              <a:t>etkili ve uygulanabilir bir yol üretme başarısını</a:t>
            </a:r>
            <a:r>
              <a:rPr lang="tr-TR" dirty="0">
                <a:ea typeface="+mn-lt"/>
                <a:cs typeface="+mn-lt"/>
              </a:rPr>
              <a:t> incelemektedir.</a:t>
            </a:r>
          </a:p>
          <a:p>
            <a:pPr marL="0" indent="0"/>
            <a:r>
              <a:rPr lang="tr-TR" b="1" dirty="0" err="1"/>
              <a:t>Benchmark</a:t>
            </a:r>
            <a:r>
              <a:rPr lang="tr-TR" b="1" dirty="0"/>
              <a:t> Yapısı</a:t>
            </a:r>
            <a:endParaRPr lang="tr-TR"/>
          </a:p>
          <a:p>
            <a:pPr marL="0" indent="0"/>
            <a:r>
              <a:rPr lang="tr-TR" dirty="0"/>
              <a:t> </a:t>
            </a:r>
            <a:r>
              <a:rPr lang="tr-TR" dirty="0">
                <a:solidFill>
                  <a:schemeClr val="tx1">
                    <a:lumMod val="49000"/>
                    <a:lumOff val="51000"/>
                  </a:schemeClr>
                </a:solidFill>
              </a:rPr>
              <a:t>Kullanılan Algoritmalar</a:t>
            </a:r>
          </a:p>
          <a:p>
            <a:r>
              <a:rPr lang="tr-TR" b="1" dirty="0" err="1">
                <a:ea typeface="+mn-lt"/>
                <a:cs typeface="+mn-lt"/>
              </a:rPr>
              <a:t>Particle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Swarm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Optimization</a:t>
            </a:r>
            <a:r>
              <a:rPr lang="tr-TR" b="1" dirty="0">
                <a:ea typeface="+mn-lt"/>
                <a:cs typeface="+mn-lt"/>
              </a:rPr>
              <a:t> (PSO)</a:t>
            </a:r>
          </a:p>
          <a:p>
            <a:r>
              <a:rPr lang="tr-TR" b="1" dirty="0">
                <a:ea typeface="+mn-lt"/>
                <a:cs typeface="+mn-lt"/>
              </a:rPr>
              <a:t>PFL (</a:t>
            </a:r>
            <a:r>
              <a:rPr lang="tr-TR" b="1" err="1">
                <a:ea typeface="+mn-lt"/>
                <a:cs typeface="+mn-lt"/>
              </a:rPr>
              <a:t>Potential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Field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Logic</a:t>
            </a:r>
            <a:r>
              <a:rPr lang="tr-TR" b="1" dirty="0">
                <a:ea typeface="+mn-lt"/>
                <a:cs typeface="+mn-lt"/>
              </a:rPr>
              <a:t> / </a:t>
            </a:r>
            <a:r>
              <a:rPr lang="tr-TR" b="1" err="1">
                <a:ea typeface="+mn-lt"/>
                <a:cs typeface="+mn-lt"/>
              </a:rPr>
              <a:t>Artificial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Potential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Field</a:t>
            </a:r>
            <a:r>
              <a:rPr lang="tr-TR" b="1" dirty="0">
                <a:ea typeface="+mn-lt"/>
                <a:cs typeface="+mn-lt"/>
              </a:rPr>
              <a:t>)</a:t>
            </a:r>
            <a:br>
              <a:rPr lang="tr-TR" dirty="0">
                <a:ea typeface="+mn-lt"/>
                <a:cs typeface="+mn-lt"/>
              </a:rPr>
            </a:br>
            <a:endParaRPr lang="tr-TR" dirty="0"/>
          </a:p>
          <a:p>
            <a:endParaRPr lang="tr-TR" dirty="0">
              <a:ea typeface="+mn-lt"/>
              <a:cs typeface="+mn-lt"/>
            </a:endParaRPr>
          </a:p>
          <a:p>
            <a:pPr marL="0" indent="0"/>
            <a:endParaRPr lang="tr-TR" dirty="0"/>
          </a:p>
          <a:p>
            <a:endParaRPr lang="tr-TR" b="1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68837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7762-5AE0-6805-D66B-EAE177C1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AD290F-11E2-4EB1-9D03-72CBA0372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18" y="1266047"/>
            <a:ext cx="10890928" cy="51841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Deney / Test Ortamı</a:t>
            </a:r>
            <a:endParaRPr lang="tr-TR" b="1" dirty="0">
              <a:ea typeface="+mn-lt"/>
              <a:cs typeface="+mn-lt"/>
            </a:endParaRPr>
          </a:p>
          <a:p>
            <a:pPr marL="0" indent="0"/>
            <a:r>
              <a:rPr lang="tr-TR" b="1" dirty="0">
                <a:ea typeface="+mn-lt"/>
                <a:cs typeface="+mn-lt"/>
              </a:rPr>
              <a:t>2B engelli haritalar</a:t>
            </a:r>
            <a:endParaRPr lang="tr-TR" b="1" dirty="0"/>
          </a:p>
          <a:p>
            <a:r>
              <a:rPr lang="tr-TR" dirty="0">
                <a:ea typeface="+mn-lt"/>
                <a:cs typeface="+mn-lt"/>
              </a:rPr>
              <a:t>Aynı başlangıç ve hedef noktaları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Farklı engel yoğunlukları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Simülasyon tabanlı testler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>
              <a:buNone/>
            </a:pPr>
            <a:r>
              <a:rPr lang="tr-TR" b="1" dirty="0"/>
              <a:t>Performans (</a:t>
            </a:r>
            <a:r>
              <a:rPr lang="tr-TR" b="1" err="1"/>
              <a:t>Benchmark</a:t>
            </a:r>
            <a:r>
              <a:rPr lang="tr-TR" b="1" dirty="0"/>
              <a:t>) Metrikleri</a:t>
            </a:r>
          </a:p>
          <a:p>
            <a:r>
              <a:rPr lang="tr-TR" dirty="0">
                <a:ea typeface="+mn-lt"/>
                <a:cs typeface="+mn-lt"/>
              </a:rPr>
              <a:t>Toplam yol maliyeti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Yol uzunluğu</a:t>
            </a:r>
          </a:p>
          <a:p>
            <a:r>
              <a:rPr lang="tr-TR" dirty="0">
                <a:ea typeface="+mn-lt"/>
                <a:cs typeface="+mn-lt"/>
              </a:rPr>
              <a:t>Yakınsama davranışı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Hedefe ulaşma başarısı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b="1" dirty="0"/>
          </a:p>
          <a:p>
            <a:pPr marL="493395" lvl="1"/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10745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308B-2BF8-9ADA-FC3E-4220DB75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C97BD1-F7AF-ECD0-F096-13212752D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18" y="1266047"/>
            <a:ext cx="10890928" cy="51841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dirty="0"/>
              <a:t>Elde Edilen Sonuçlar</a:t>
            </a:r>
          </a:p>
          <a:p>
            <a:pPr marL="285750" indent="-285750">
              <a:buFont typeface="Arial"/>
            </a:pPr>
            <a:r>
              <a:rPr lang="tr-TR" b="1" dirty="0">
                <a:ea typeface="+mn-lt"/>
                <a:cs typeface="+mn-lt"/>
              </a:rPr>
              <a:t>PSO</a:t>
            </a:r>
            <a:r>
              <a:rPr lang="tr-TR" dirty="0">
                <a:ea typeface="+mn-lt"/>
                <a:cs typeface="+mn-lt"/>
              </a:rPr>
              <a:t>, karmaşık ve engelli ortamlarda </a:t>
            </a:r>
            <a:r>
              <a:rPr lang="tr-TR" b="1" dirty="0">
                <a:ea typeface="+mn-lt"/>
                <a:cs typeface="+mn-lt"/>
              </a:rPr>
              <a:t>geçerli ve </a:t>
            </a:r>
            <a:r>
              <a:rPr lang="tr-TR" b="1" dirty="0" err="1">
                <a:ea typeface="+mn-lt"/>
                <a:cs typeface="+mn-lt"/>
              </a:rPr>
              <a:t>çarpışmasız</a:t>
            </a:r>
            <a:r>
              <a:rPr lang="tr-TR" b="1" dirty="0">
                <a:ea typeface="+mn-lt"/>
                <a:cs typeface="+mn-lt"/>
              </a:rPr>
              <a:t> yollar</a:t>
            </a:r>
            <a:r>
              <a:rPr lang="tr-TR" dirty="0">
                <a:ea typeface="+mn-lt"/>
                <a:cs typeface="+mn-lt"/>
              </a:rPr>
              <a:t> üretebilmiştir.</a:t>
            </a:r>
            <a:endParaRPr lang="tr-TR" dirty="0"/>
          </a:p>
          <a:p>
            <a:pPr marL="285750" indent="-285750">
              <a:buFont typeface="Arial"/>
            </a:pPr>
            <a:r>
              <a:rPr lang="tr-TR" dirty="0">
                <a:ea typeface="+mn-lt"/>
                <a:cs typeface="+mn-lt"/>
              </a:rPr>
              <a:t>Algoritmanın performansı, </a:t>
            </a:r>
            <a:r>
              <a:rPr lang="tr-TR" b="1" dirty="0">
                <a:ea typeface="+mn-lt"/>
                <a:cs typeface="+mn-lt"/>
              </a:rPr>
              <a:t>parçacık sayısı ve iterasyon sayısına</a:t>
            </a:r>
            <a:r>
              <a:rPr lang="tr-TR" dirty="0">
                <a:ea typeface="+mn-lt"/>
                <a:cs typeface="+mn-lt"/>
              </a:rPr>
              <a:t> doğrudan bağlıdır.</a:t>
            </a:r>
            <a:endParaRPr lang="tr-TR" dirty="0"/>
          </a:p>
          <a:p>
            <a:pPr marL="285750" indent="-285750">
              <a:buFont typeface="Arial"/>
            </a:pPr>
            <a:r>
              <a:rPr lang="tr-TR" dirty="0">
                <a:ea typeface="+mn-lt"/>
                <a:cs typeface="+mn-lt"/>
              </a:rPr>
              <a:t>Parametre ayarlarının yol kalitesi üzerinde önemli etkisi olduğu gösterilmiştir.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Bu çalışmada Parçacık Sürü Optimizasyonu tabanlı bir yol planlama yaklaşımı ele alınmıştır. Simülasyon sonuçları, </a:t>
            </a:r>
            <a:r>
              <a:rPr lang="tr-TR" dirty="0" err="1">
                <a:ea typeface="+mn-lt"/>
                <a:cs typeface="+mn-lt"/>
              </a:rPr>
              <a:t>PSO’nun</a:t>
            </a:r>
            <a:r>
              <a:rPr lang="tr-TR" dirty="0">
                <a:ea typeface="+mn-lt"/>
                <a:cs typeface="+mn-lt"/>
              </a:rPr>
              <a:t> engelli ortamlarda geçerli yollar üretebildiğini ve parametre ayarlarının performans üzerinde belirleyici olduğunu göstermektedir.</a:t>
            </a:r>
            <a:endParaRPr lang="tr-TR" dirty="0"/>
          </a:p>
          <a:p>
            <a:endParaRPr lang="tr-TR" dirty="0"/>
          </a:p>
          <a:p>
            <a:endParaRPr lang="tr-TR" b="1" dirty="0"/>
          </a:p>
          <a:p>
            <a:pPr marL="493395" lvl="1"/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09812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8F8DB7FE-814B-1CC6-B91D-1EB426031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50671"/>
              </p:ext>
            </p:extLst>
          </p:nvPr>
        </p:nvGraphicFramePr>
        <p:xfrm>
          <a:off x="250520" y="459287"/>
          <a:ext cx="11797418" cy="6187794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2388293">
                  <a:extLst>
                    <a:ext uri="{9D8B030D-6E8A-4147-A177-3AD203B41FA5}">
                      <a16:colId xmlns:a16="http://schemas.microsoft.com/office/drawing/2014/main" val="688831566"/>
                    </a:ext>
                  </a:extLst>
                </a:gridCol>
                <a:gridCol w="2388293">
                  <a:extLst>
                    <a:ext uri="{9D8B030D-6E8A-4147-A177-3AD203B41FA5}">
                      <a16:colId xmlns:a16="http://schemas.microsoft.com/office/drawing/2014/main" val="40320260"/>
                    </a:ext>
                  </a:extLst>
                </a:gridCol>
                <a:gridCol w="2388293">
                  <a:extLst>
                    <a:ext uri="{9D8B030D-6E8A-4147-A177-3AD203B41FA5}">
                      <a16:colId xmlns:a16="http://schemas.microsoft.com/office/drawing/2014/main" val="49260496"/>
                    </a:ext>
                  </a:extLst>
                </a:gridCol>
                <a:gridCol w="2388293">
                  <a:extLst>
                    <a:ext uri="{9D8B030D-6E8A-4147-A177-3AD203B41FA5}">
                      <a16:colId xmlns:a16="http://schemas.microsoft.com/office/drawing/2014/main" val="343729488"/>
                    </a:ext>
                  </a:extLst>
                </a:gridCol>
                <a:gridCol w="2244246">
                  <a:extLst>
                    <a:ext uri="{9D8B030D-6E8A-4147-A177-3AD203B41FA5}">
                      <a16:colId xmlns:a16="http://schemas.microsoft.com/office/drawing/2014/main" val="793472574"/>
                    </a:ext>
                  </a:extLst>
                </a:gridCol>
              </a:tblGrid>
              <a:tr h="628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Makale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Kullanılan Algoritmalar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Uygulama Ortamı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err="1"/>
                        <a:t>Benchmark</a:t>
                      </a:r>
                      <a:r>
                        <a:rPr lang="tr-TR" b="1" dirty="0"/>
                        <a:t> Metrikleri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Temel Sonuç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921173"/>
                  </a:ext>
                </a:extLst>
              </a:tr>
              <a:tr h="116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Makale 1</a:t>
                      </a:r>
                      <a:r>
                        <a:rPr lang="tr-TR" dirty="0">
                          <a:solidFill>
                            <a:srgbClr val="828282"/>
                          </a:solidFill>
                        </a:rPr>
                        <a:t> </a:t>
                      </a:r>
                      <a:r>
                        <a:rPr lang="tr-TR" dirty="0"/>
                        <a:t>Metasezgisel Algoritmaların Performans Karşılaştırması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PSO, DE, GWO, 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2B engelli haritalar (simülasyon)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Ortalama maliyet, en iyi/en kötü maliyet, standart sapma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PSO çoğu senaryoda en iyi ortalama performansı göstermiştir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898178"/>
                  </a:ext>
                </a:extLst>
              </a:tr>
              <a:tr h="1432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Makale 2</a:t>
                      </a:r>
                      <a:r>
                        <a:rPr lang="tr-TR" dirty="0">
                          <a:solidFill>
                            <a:srgbClr val="828282"/>
                          </a:solidFill>
                        </a:rPr>
                        <a:t> </a:t>
                      </a:r>
                      <a:r>
                        <a:rPr lang="tr-TR" dirty="0"/>
                        <a:t>Arama Algoritmalarının Yol Planlaması Performanslarının Karşılaştırılması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BFS, DFS, </a:t>
                      </a:r>
                      <a:r>
                        <a:rPr lang="tr-TR" dirty="0" err="1"/>
                        <a:t>Dijkstra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Bellman</a:t>
                      </a:r>
                      <a:r>
                        <a:rPr lang="tr-TR" dirty="0"/>
                        <a:t>-Ford, A*, RRT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2B grid tabanlı haritalar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Yol uzunluğu, hesaplama süresi, düğüm sayısı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A* algoritması hız ve yol kalitesi açısından en dengeli sonucu vermiştir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126763"/>
                  </a:ext>
                </a:extLst>
              </a:tr>
              <a:tr h="116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Makale 3</a:t>
                      </a:r>
                      <a:r>
                        <a:rPr lang="tr-TR" dirty="0">
                          <a:solidFill>
                            <a:srgbClr val="828282"/>
                          </a:solidFill>
                        </a:rPr>
                        <a:t> </a:t>
                      </a:r>
                      <a:r>
                        <a:rPr lang="tr-TR" dirty="0"/>
                        <a:t>İHA’lar İçin Yol Planlama Algoritmalarının Karşılaştırılması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A*, </a:t>
                      </a:r>
                      <a:r>
                        <a:rPr lang="tr-TR" err="1"/>
                        <a:t>Dijkstra</a:t>
                      </a:r>
                      <a:endParaRPr lang="tr-TR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İnsansız Hava Aracı (İHA) simülasyonu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Yol uzunluğu, hesaplama süresi, düğüm sayısı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A* algoritması İHA senaryosunda daha hızlı ve verimli çalışmıştır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363295"/>
                  </a:ext>
                </a:extLst>
              </a:tr>
              <a:tr h="1432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Makale 4</a:t>
                      </a:r>
                      <a:r>
                        <a:rPr lang="tr-TR" dirty="0">
                          <a:solidFill>
                            <a:srgbClr val="828282"/>
                          </a:solidFill>
                        </a:rPr>
                        <a:t> </a:t>
                      </a:r>
                      <a:r>
                        <a:rPr lang="tr-TR" dirty="0"/>
                        <a:t>PSO Tabanlı Yol Planlama Yaklaşımı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PSO, </a:t>
                      </a:r>
                      <a:r>
                        <a:rPr lang="tr-TR" sz="1800" u="none" strike="noStrike" noProof="0" dirty="0"/>
                        <a:t>PFL (</a:t>
                      </a:r>
                      <a:r>
                        <a:rPr lang="tr-TR" sz="1800" u="none" strike="noStrike" noProof="0" err="1"/>
                        <a:t>Potential</a:t>
                      </a:r>
                      <a:r>
                        <a:rPr lang="tr-TR" sz="1800" u="none" strike="noStrike" noProof="0" dirty="0"/>
                        <a:t> </a:t>
                      </a:r>
                      <a:r>
                        <a:rPr lang="tr-TR" sz="1800" u="none" strike="noStrike" noProof="0" err="1"/>
                        <a:t>Field</a:t>
                      </a:r>
                      <a:r>
                        <a:rPr lang="tr-TR" sz="1800" u="none" strike="noStrike" noProof="0" dirty="0"/>
                        <a:t> </a:t>
                      </a:r>
                      <a:r>
                        <a:rPr lang="tr-TR" sz="1800" u="none" strike="noStrike" noProof="0" err="1"/>
                        <a:t>Logic</a:t>
                      </a:r>
                      <a:r>
                        <a:rPr lang="tr-TR" sz="1800" u="none" strike="noStrike" noProof="0" dirty="0"/>
                        <a:t> / </a:t>
                      </a:r>
                      <a:r>
                        <a:rPr lang="tr-TR" sz="1800" u="none" strike="noStrike" noProof="0" err="1"/>
                        <a:t>Artificial</a:t>
                      </a:r>
                      <a:r>
                        <a:rPr lang="tr-TR" sz="1800" u="none" strike="noStrike" noProof="0" dirty="0"/>
                        <a:t> </a:t>
                      </a:r>
                      <a:r>
                        <a:rPr lang="tr-TR" sz="1800" u="none" strike="noStrike" noProof="0" err="1"/>
                        <a:t>Potential</a:t>
                      </a:r>
                      <a:r>
                        <a:rPr lang="tr-TR" sz="1800" u="none" strike="noStrike" noProof="0" dirty="0"/>
                        <a:t> </a:t>
                      </a:r>
                      <a:r>
                        <a:rPr lang="tr-TR" sz="1800" u="none" strike="noStrike" noProof="0" err="1"/>
                        <a:t>Field</a:t>
                      </a:r>
                      <a:r>
                        <a:rPr lang="tr-TR" sz="1800" u="none" strike="noStrike" noProof="0" dirty="0"/>
                        <a:t>)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2B engelli ortam (simülasyon)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Yol maliyeti, yakınsama davranışı, başarı oranı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r-TR" sz="1800" b="0" i="0" u="none" strike="noStrike" noProof="0" dirty="0"/>
                        <a:t>PSO, </a:t>
                      </a:r>
                      <a:r>
                        <a:rPr lang="tr-TR" sz="1800" b="0" i="0" u="none" strike="noStrike" noProof="0" dirty="0" err="1"/>
                        <a:t>PFL’ye</a:t>
                      </a:r>
                      <a:r>
                        <a:rPr lang="tr-TR" sz="1800" b="0" i="0" u="none" strike="noStrike" noProof="0" dirty="0"/>
                        <a:t> kıyasla daha kısa ve kararlı yollar üretmiştir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16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54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5E7FAC-6D17-54B5-0BC1-CDEEE2FC6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72104"/>
            <a:ext cx="10890928" cy="50275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b="1" i="1" dirty="0"/>
              <a:t>“Neden A* algoritması çoğu çalışmada daha başarılı?”</a:t>
            </a:r>
            <a:endParaRPr lang="tr-TR" b="1" dirty="0"/>
          </a:p>
          <a:p>
            <a:r>
              <a:rPr lang="tr-TR" b="1" dirty="0">
                <a:ea typeface="+mn-lt"/>
                <a:cs typeface="+mn-lt"/>
              </a:rPr>
              <a:t>Cevap: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“A* algoritması sezgisel (</a:t>
            </a:r>
            <a:r>
              <a:rPr lang="tr-TR" dirty="0" err="1">
                <a:ea typeface="+mn-lt"/>
                <a:cs typeface="+mn-lt"/>
              </a:rPr>
              <a:t>heuristic</a:t>
            </a:r>
            <a:r>
              <a:rPr lang="tr-TR" dirty="0">
                <a:ea typeface="+mn-lt"/>
                <a:cs typeface="+mn-lt"/>
              </a:rPr>
              <a:t>) fonksiyon kullandığı için gereksiz düğümleri gezmez. Bu sayede </a:t>
            </a:r>
            <a:r>
              <a:rPr lang="tr-TR" dirty="0" err="1">
                <a:ea typeface="+mn-lt"/>
                <a:cs typeface="+mn-lt"/>
              </a:rPr>
              <a:t>Dijkstra’ya</a:t>
            </a:r>
            <a:r>
              <a:rPr lang="tr-TR" dirty="0">
                <a:ea typeface="+mn-lt"/>
                <a:cs typeface="+mn-lt"/>
              </a:rPr>
              <a:t> kıyasla daha kısa sürede, </a:t>
            </a:r>
            <a:r>
              <a:rPr lang="tr-TR" dirty="0" err="1">
                <a:ea typeface="+mn-lt"/>
                <a:cs typeface="+mn-lt"/>
              </a:rPr>
              <a:t>BFS’ye</a:t>
            </a:r>
            <a:r>
              <a:rPr lang="tr-TR" dirty="0">
                <a:ea typeface="+mn-lt"/>
                <a:cs typeface="+mn-lt"/>
              </a:rPr>
              <a:t> kıyasla daha kaliteli yollar üretmektedir.”</a:t>
            </a:r>
            <a:endParaRPr lang="tr-TR" dirty="0"/>
          </a:p>
          <a:p>
            <a:pPr marL="0" indent="0"/>
            <a:r>
              <a:rPr lang="tr-TR" b="1" dirty="0"/>
              <a:t>“PSO neden </a:t>
            </a:r>
            <a:r>
              <a:rPr lang="tr-TR" b="1" dirty="0" err="1"/>
              <a:t>PFL’ye</a:t>
            </a:r>
            <a:r>
              <a:rPr lang="tr-TR" b="1" dirty="0"/>
              <a:t> göre daha iyi sonuç veriyor?”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Cevap: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“PFL yöntemi yerel minimum problemine sıkça takılabilirken, PSO küresel arama yaptığı için bu sorunu büyük ölçüde aşmaktadır. Bu nedenle PSO daha kararlı ve daha kısa yollar üretebilmektedir.”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0455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1662-F32A-032E-1A6E-48021941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B08BA34-1E4A-5854-7EB6-10130D4A1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97363"/>
            <a:ext cx="10890928" cy="49022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b="1" dirty="0"/>
              <a:t>“Aynı algoritma neden İHA ve kara robotu için farklı sonuç verebiliyor?”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Cevap: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“Çünkü platforma göre hareket kısıtları ve ortam yapısı değişmektedir. </a:t>
            </a:r>
            <a:r>
              <a:rPr lang="tr-TR" dirty="0" err="1">
                <a:ea typeface="+mn-lt"/>
                <a:cs typeface="+mn-lt"/>
              </a:rPr>
              <a:t>İHA’larda</a:t>
            </a:r>
            <a:r>
              <a:rPr lang="tr-TR" dirty="0">
                <a:ea typeface="+mn-lt"/>
                <a:cs typeface="+mn-lt"/>
              </a:rPr>
              <a:t> daha serbest hareket imkânı olduğu için A* gibi algoritmalar daha hızlı sonuç verirken, kara robotlarında engel yoğunluğu performansı daha fazla etkilemektedir.”</a:t>
            </a:r>
            <a:endParaRPr lang="tr-TR" dirty="0"/>
          </a:p>
          <a:p>
            <a:pPr marL="0" indent="0"/>
            <a:r>
              <a:rPr lang="tr-TR" b="1" dirty="0"/>
              <a:t>“Hangi algoritma her zaman en iyisidir?”</a:t>
            </a:r>
            <a:endParaRPr lang="tr-TR" dirty="0"/>
          </a:p>
          <a:p>
            <a:r>
              <a:rPr lang="tr-TR" b="1" dirty="0">
                <a:ea typeface="+mn-lt"/>
                <a:cs typeface="+mn-lt"/>
              </a:rPr>
              <a:t>Cevap: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“Her zaman en iyi algoritma yoktur. Ortam yapısı, zaman kısıtı ve platforma göre uygun algoritma değişmektedir.”</a:t>
            </a:r>
            <a:endParaRPr lang="tr-TR" dirty="0"/>
          </a:p>
          <a:p>
            <a:endParaRPr lang="tr-TR" dirty="0"/>
          </a:p>
          <a:p>
            <a:pPr marL="0" indent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1233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Kaldırıma çizilmiş seksek oyununun yakından görünümü">
            <a:extLst>
              <a:ext uri="{FF2B5EF4-FFF2-40B4-BE49-F238E27FC236}">
                <a16:creationId xmlns:a16="http://schemas.microsoft.com/office/drawing/2014/main" id="{90C036EC-2D46-8E2E-5439-F4E3B9161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77" r="9091" b="8614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7" name="Rectangle 31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4010AD12-B010-3DC3-12E4-67F1FF2E1EDB}"/>
              </a:ext>
            </a:extLst>
          </p:cNvPr>
          <p:cNvSpPr txBox="1"/>
          <p:nvPr/>
        </p:nvSpPr>
        <p:spPr>
          <a:xfrm>
            <a:off x="457195" y="701964"/>
            <a:ext cx="5370950" cy="36403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Dinlediğiniz</a:t>
            </a:r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için</a:t>
            </a:r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teşekkürler</a:t>
            </a:r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cxnSp>
        <p:nvCxnSpPr>
          <p:cNvPr id="29" name="Straight Connector 33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991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2" baseType="lpstr">
      <vt:lpstr>DashVTI</vt:lpstr>
      <vt:lpstr>Robot  Tasarımı  ve Uygulamaları  </vt:lpstr>
      <vt:lpstr>Path Planning Algoritmalarının Benchmarking Analizi</vt:lpstr>
      <vt:lpstr>Literatürde bu konuya benzer çalışmalar neler?</vt:lpstr>
      <vt:lpstr>Önerdiğiniz çalışma, mevcut yaklaşımlara hangi katkıları sunmayı hedefliyor?</vt:lpstr>
      <vt:lpstr>İNCELENEN TÜRKÇE MAKALELER</vt:lpstr>
      <vt:lpstr>PowerPoint Sunusu</vt:lpstr>
      <vt:lpstr>1.Makale Otonom Mobil Robotlar İçin Metasezgisel Algoritmaların Çeşitli Yol Planlama Problemlerinde Performanslarının Karşılaştırılması</vt:lpstr>
      <vt:lpstr>PowerPoint Sunusu</vt:lpstr>
      <vt:lpstr>2.Makale Arama Algoritmalarının Yol Planlaması Performanslarının Karşılaştırmalı Analizi</vt:lpstr>
      <vt:lpstr>PowerPoint Sunusu</vt:lpstr>
      <vt:lpstr>PowerPoint Sunusu</vt:lpstr>
      <vt:lpstr>3.Makale Benzetim Yapılan Ortamlarda Otonom İHA Navigasyonu: Dijkstra ve A* Algoritmalarının Karşılaştırmalı Çalışması</vt:lpstr>
      <vt:lpstr>PowerPoint Sunusu</vt:lpstr>
      <vt:lpstr>PowerPoint Sunusu</vt:lpstr>
      <vt:lpstr>4.Makale Parçacık Sürü Optimizasyon Tabanlı Mobil Robotlarda Global Yol Planlama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383</cp:revision>
  <dcterms:created xsi:type="dcterms:W3CDTF">2025-12-15T02:04:33Z</dcterms:created>
  <dcterms:modified xsi:type="dcterms:W3CDTF">2025-12-15T04:25:25Z</dcterms:modified>
</cp:coreProperties>
</file>